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6" r:id="rId6"/>
    <p:sldId id="267" r:id="rId7"/>
    <p:sldId id="272" r:id="rId8"/>
    <p:sldId id="268" r:id="rId9"/>
    <p:sldId id="274" r:id="rId1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1B22F-9845-4A7A-9808-B59F5153BD46}" v="2" dt="2025-11-19T22:01:46.6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5033" autoAdjust="0"/>
  </p:normalViewPr>
  <p:slideViewPr>
    <p:cSldViewPr snapToGrid="0">
      <p:cViewPr>
        <p:scale>
          <a:sx n="40" d="100"/>
          <a:sy n="40" d="100"/>
        </p:scale>
        <p:origin x="828" y="20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) Tanaya Lai" userId="213bb434-c929-48b6-97ad-c180c880d3dc" providerId="ADAL" clId="{A2FD10AF-E57E-45CD-AB0D-315F9351CA11}"/>
    <pc:docChg chg="custSel delSld modSld">
      <pc:chgData name="(s) Tanaya Lai" userId="213bb434-c929-48b6-97ad-c180c880d3dc" providerId="ADAL" clId="{A2FD10AF-E57E-45CD-AB0D-315F9351CA11}" dt="2025-11-19T22:02:21.385" v="137" actId="26606"/>
      <pc:docMkLst>
        <pc:docMk/>
      </pc:docMkLst>
      <pc:sldChg chg="modSp mod">
        <pc:chgData name="(s) Tanaya Lai" userId="213bb434-c929-48b6-97ad-c180c880d3dc" providerId="ADAL" clId="{A2FD10AF-E57E-45CD-AB0D-315F9351CA11}" dt="2025-11-19T22:00:20.441" v="58" actId="478"/>
        <pc:sldMkLst>
          <pc:docMk/>
          <pc:sldMk cId="3446680581" sldId="267"/>
        </pc:sldMkLst>
        <pc:graphicFrameChg chg="mod modGraphic">
          <ac:chgData name="(s) Tanaya Lai" userId="213bb434-c929-48b6-97ad-c180c880d3dc" providerId="ADAL" clId="{A2FD10AF-E57E-45CD-AB0D-315F9351CA11}" dt="2025-11-19T22:00:20.441" v="58" actId="478"/>
          <ac:graphicFrameMkLst>
            <pc:docMk/>
            <pc:sldMk cId="3446680581" sldId="267"/>
            <ac:graphicFrameMk id="5" creationId="{AE3B3940-7604-CDB0-E16B-A670E16F970A}"/>
          </ac:graphicFrameMkLst>
        </pc:graphicFrameChg>
      </pc:sldChg>
      <pc:sldChg chg="modSp mod">
        <pc:chgData name="(s) Tanaya Lai" userId="213bb434-c929-48b6-97ad-c180c880d3dc" providerId="ADAL" clId="{A2FD10AF-E57E-45CD-AB0D-315F9351CA11}" dt="2025-11-19T21:59:29.687" v="56" actId="20577"/>
        <pc:sldMkLst>
          <pc:docMk/>
          <pc:sldMk cId="2476072523" sldId="268"/>
        </pc:sldMkLst>
        <pc:spChg chg="mod">
          <ac:chgData name="(s) Tanaya Lai" userId="213bb434-c929-48b6-97ad-c180c880d3dc" providerId="ADAL" clId="{A2FD10AF-E57E-45CD-AB0D-315F9351CA11}" dt="2025-11-19T21:59:29.687" v="56" actId="20577"/>
          <ac:spMkLst>
            <pc:docMk/>
            <pc:sldMk cId="2476072523" sldId="268"/>
            <ac:spMk id="4" creationId="{31EA6048-3F9F-B7FE-DC46-D72DCFC90783}"/>
          </ac:spMkLst>
        </pc:spChg>
      </pc:sldChg>
      <pc:sldChg chg="modSp mod">
        <pc:chgData name="(s) Tanaya Lai" userId="213bb434-c929-48b6-97ad-c180c880d3dc" providerId="ADAL" clId="{A2FD10AF-E57E-45CD-AB0D-315F9351CA11}" dt="2025-11-19T21:59:07.842" v="23" actId="403"/>
        <pc:sldMkLst>
          <pc:docMk/>
          <pc:sldMk cId="2077972774" sldId="272"/>
        </pc:sldMkLst>
        <pc:spChg chg="mod">
          <ac:chgData name="(s) Tanaya Lai" userId="213bb434-c929-48b6-97ad-c180c880d3dc" providerId="ADAL" clId="{A2FD10AF-E57E-45CD-AB0D-315F9351CA11}" dt="2025-11-19T21:59:07.842" v="23" actId="403"/>
          <ac:spMkLst>
            <pc:docMk/>
            <pc:sldMk cId="2077972774" sldId="272"/>
            <ac:spMk id="4" creationId="{D9BA0BF3-AB39-8B0A-C301-CE7BBCD4718B}"/>
          </ac:spMkLst>
        </pc:spChg>
      </pc:sldChg>
      <pc:sldChg chg="delSp modSp del mod">
        <pc:chgData name="(s) Tanaya Lai" userId="213bb434-c929-48b6-97ad-c180c880d3dc" providerId="ADAL" clId="{A2FD10AF-E57E-45CD-AB0D-315F9351CA11}" dt="2025-11-19T22:00:48.802" v="63" actId="47"/>
        <pc:sldMkLst>
          <pc:docMk/>
          <pc:sldMk cId="4071025783" sldId="273"/>
        </pc:sldMkLst>
        <pc:spChg chg="del mod">
          <ac:chgData name="(s) Tanaya Lai" userId="213bb434-c929-48b6-97ad-c180c880d3dc" providerId="ADAL" clId="{A2FD10AF-E57E-45CD-AB0D-315F9351CA11}" dt="2025-11-19T22:00:48.244" v="62"/>
          <ac:spMkLst>
            <pc:docMk/>
            <pc:sldMk cId="4071025783" sldId="273"/>
            <ac:spMk id="4" creationId="{4B5F29AD-80EA-AFA0-4807-6F60605420B0}"/>
          </ac:spMkLst>
        </pc:spChg>
      </pc:sldChg>
      <pc:sldChg chg="modSp mod">
        <pc:chgData name="(s) Tanaya Lai" userId="213bb434-c929-48b6-97ad-c180c880d3dc" providerId="ADAL" clId="{A2FD10AF-E57E-45CD-AB0D-315F9351CA11}" dt="2025-11-19T22:02:21.385" v="137" actId="26606"/>
        <pc:sldMkLst>
          <pc:docMk/>
          <pc:sldMk cId="1339907903" sldId="274"/>
        </pc:sldMkLst>
        <pc:graphicFrameChg chg="mod modGraphic">
          <ac:chgData name="(s) Tanaya Lai" userId="213bb434-c929-48b6-97ad-c180c880d3dc" providerId="ADAL" clId="{A2FD10AF-E57E-45CD-AB0D-315F9351CA11}" dt="2025-11-19T22:02:21.385" v="137" actId="26606"/>
          <ac:graphicFrameMkLst>
            <pc:docMk/>
            <pc:sldMk cId="1339907903" sldId="274"/>
            <ac:graphicFrameMk id="5" creationId="{DD0E77EE-90A8-CA4C-685B-5619DCBC2CA0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F1FA65-C12B-4C2D-AD96-8A953C55B84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US"/>
        </a:p>
      </dgm:t>
    </dgm:pt>
    <dgm:pt modelId="{1D2EB4A5-ADD5-4828-9C20-69BF682160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dirty="0">
              <a:solidFill>
                <a:schemeClr val="bg1"/>
              </a:solidFill>
              <a:latin typeface="Bahnschrift SemiBold Condensed" panose="020B0502040204020203" pitchFamily="34" charset="0"/>
            </a:rPr>
            <a:t>Prototype Design &amp; Setup </a:t>
          </a:r>
          <a:endParaRPr lang="en-US" dirty="0">
            <a:solidFill>
              <a:schemeClr val="bg1"/>
            </a:solidFill>
            <a:latin typeface="Bahnschrift SemiBold Condensed" panose="020B0502040204020203" pitchFamily="34" charset="0"/>
          </a:endParaRPr>
        </a:p>
      </dgm:t>
    </dgm:pt>
    <dgm:pt modelId="{C1B8908B-62ED-44FD-B5CB-C492F5EA798A}" type="parTrans" cxnId="{5461509C-D19D-4B36-981B-9F7135411F55}">
      <dgm:prSet/>
      <dgm:spPr/>
      <dgm:t>
        <a:bodyPr/>
        <a:lstStyle/>
        <a:p>
          <a:endParaRPr lang="en-US"/>
        </a:p>
      </dgm:t>
    </dgm:pt>
    <dgm:pt modelId="{9CD57C5B-03D3-4FC6-B580-45AE642CF501}" type="sibTrans" cxnId="{5461509C-D19D-4B36-981B-9F7135411F55}">
      <dgm:prSet/>
      <dgm:spPr/>
      <dgm:t>
        <a:bodyPr/>
        <a:lstStyle/>
        <a:p>
          <a:endParaRPr lang="en-US"/>
        </a:p>
      </dgm:t>
    </dgm:pt>
    <dgm:pt modelId="{851F7C21-29E8-4F6E-BF29-8ACE26512890}" type="pres">
      <dgm:prSet presAssocID="{C2F1FA65-C12B-4C2D-AD96-8A953C55B847}" presName="root" presStyleCnt="0">
        <dgm:presLayoutVars>
          <dgm:dir/>
          <dgm:resizeHandles val="exact"/>
        </dgm:presLayoutVars>
      </dgm:prSet>
      <dgm:spPr/>
    </dgm:pt>
    <dgm:pt modelId="{A977518C-59F9-41F5-80CB-538CA5EDB082}" type="pres">
      <dgm:prSet presAssocID="{1D2EB4A5-ADD5-4828-9C20-69BF6821607B}" presName="compNode" presStyleCnt="0"/>
      <dgm:spPr/>
    </dgm:pt>
    <dgm:pt modelId="{FCE7B415-44B4-423E-A7B3-BD485457524E}" type="pres">
      <dgm:prSet presAssocID="{1D2EB4A5-ADD5-4828-9C20-69BF6821607B}" presName="iconBgRect" presStyleLbl="bgShp" presStyleIdx="0" presStyleCnt="1"/>
      <dgm:spPr/>
    </dgm:pt>
    <dgm:pt modelId="{5A5B73C7-81DC-4BC2-B938-58AACCEB08F8}" type="pres">
      <dgm:prSet presAssocID="{1D2EB4A5-ADD5-4828-9C20-69BF6821607B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A8F7334-3D40-4195-A42F-A5FBEF7B8E04}" type="pres">
      <dgm:prSet presAssocID="{1D2EB4A5-ADD5-4828-9C20-69BF6821607B}" presName="spaceRect" presStyleCnt="0"/>
      <dgm:spPr/>
    </dgm:pt>
    <dgm:pt modelId="{828DA719-E986-40BD-B059-5BD6CD5702AE}" type="pres">
      <dgm:prSet presAssocID="{1D2EB4A5-ADD5-4828-9C20-69BF6821607B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0B41A761-4842-40A7-A238-ACD77EA29B86}" type="presOf" srcId="{1D2EB4A5-ADD5-4828-9C20-69BF6821607B}" destId="{828DA719-E986-40BD-B059-5BD6CD5702AE}" srcOrd="0" destOrd="0" presId="urn:microsoft.com/office/officeart/2018/5/layout/IconCircleLabelList"/>
    <dgm:cxn modelId="{5461509C-D19D-4B36-981B-9F7135411F55}" srcId="{C2F1FA65-C12B-4C2D-AD96-8A953C55B847}" destId="{1D2EB4A5-ADD5-4828-9C20-69BF6821607B}" srcOrd="0" destOrd="0" parTransId="{C1B8908B-62ED-44FD-B5CB-C492F5EA798A}" sibTransId="{9CD57C5B-03D3-4FC6-B580-45AE642CF501}"/>
    <dgm:cxn modelId="{CCFDFBA6-19BB-4276-B8E9-B6DD0A0B34ED}" type="presOf" srcId="{C2F1FA65-C12B-4C2D-AD96-8A953C55B847}" destId="{851F7C21-29E8-4F6E-BF29-8ACE26512890}" srcOrd="0" destOrd="0" presId="urn:microsoft.com/office/officeart/2018/5/layout/IconCircleLabelList"/>
    <dgm:cxn modelId="{9ADB825F-1AE5-4921-AEFD-CAF35B09D454}" type="presParOf" srcId="{851F7C21-29E8-4F6E-BF29-8ACE26512890}" destId="{A977518C-59F9-41F5-80CB-538CA5EDB082}" srcOrd="0" destOrd="0" presId="urn:microsoft.com/office/officeart/2018/5/layout/IconCircleLabelList"/>
    <dgm:cxn modelId="{DBF88C24-4A4F-45D0-A7B7-78F8B5294D86}" type="presParOf" srcId="{A977518C-59F9-41F5-80CB-538CA5EDB082}" destId="{FCE7B415-44B4-423E-A7B3-BD485457524E}" srcOrd="0" destOrd="0" presId="urn:microsoft.com/office/officeart/2018/5/layout/IconCircleLabelList"/>
    <dgm:cxn modelId="{5D4BA87B-3F8A-4771-9E86-E305A0DB23A1}" type="presParOf" srcId="{A977518C-59F9-41F5-80CB-538CA5EDB082}" destId="{5A5B73C7-81DC-4BC2-B938-58AACCEB08F8}" srcOrd="1" destOrd="0" presId="urn:microsoft.com/office/officeart/2018/5/layout/IconCircleLabelList"/>
    <dgm:cxn modelId="{7300FB01-BA58-4744-8486-635FCFB3E6A8}" type="presParOf" srcId="{A977518C-59F9-41F5-80CB-538CA5EDB082}" destId="{3A8F7334-3D40-4195-A42F-A5FBEF7B8E04}" srcOrd="2" destOrd="0" presId="urn:microsoft.com/office/officeart/2018/5/layout/IconCircleLabelList"/>
    <dgm:cxn modelId="{33571538-E06F-485A-BA6E-F8BA1666A59C}" type="presParOf" srcId="{A977518C-59F9-41F5-80CB-538CA5EDB082}" destId="{828DA719-E986-40BD-B059-5BD6CD5702A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F1FA65-C12B-4C2D-AD96-8A953C55B84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2" csCatId="colorful" phldr="1"/>
      <dgm:spPr/>
      <dgm:t>
        <a:bodyPr/>
        <a:lstStyle/>
        <a:p>
          <a:endParaRPr lang="en-US"/>
        </a:p>
      </dgm:t>
    </dgm:pt>
    <dgm:pt modelId="{1D2EB4A5-ADD5-4828-9C20-69BF682160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  <a:latin typeface="Bahnschrift SemiBold Condensed" panose="020B0502040204020203" pitchFamily="34" charset="0"/>
            </a:rPr>
            <a:t>Telemetry collection code</a:t>
          </a:r>
        </a:p>
      </dgm:t>
    </dgm:pt>
    <dgm:pt modelId="{C1B8908B-62ED-44FD-B5CB-C492F5EA798A}" type="parTrans" cxnId="{5461509C-D19D-4B36-981B-9F7135411F55}">
      <dgm:prSet/>
      <dgm:spPr/>
      <dgm:t>
        <a:bodyPr/>
        <a:lstStyle/>
        <a:p>
          <a:endParaRPr lang="en-US"/>
        </a:p>
      </dgm:t>
    </dgm:pt>
    <dgm:pt modelId="{9CD57C5B-03D3-4FC6-B580-45AE642CF501}" type="sibTrans" cxnId="{5461509C-D19D-4B36-981B-9F7135411F55}">
      <dgm:prSet/>
      <dgm:spPr/>
      <dgm:t>
        <a:bodyPr/>
        <a:lstStyle/>
        <a:p>
          <a:endParaRPr lang="en-US"/>
        </a:p>
      </dgm:t>
    </dgm:pt>
    <dgm:pt modelId="{6E6894DC-F1D9-42C3-8624-E86A89ECDD8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solidFill>
                <a:schemeClr val="bg1"/>
              </a:solidFill>
              <a:latin typeface="Bahnschrift SemiBold Condensed" panose="020B0502040204020203" pitchFamily="34" charset="0"/>
            </a:rPr>
            <a:t>Testing and debugging</a:t>
          </a:r>
        </a:p>
      </dgm:t>
    </dgm:pt>
    <dgm:pt modelId="{1A644423-C0DF-45CE-80A4-9447FC5792E6}" type="parTrans" cxnId="{8A2E62F0-2BE5-4140-B2FE-20495D78EBBA}">
      <dgm:prSet/>
      <dgm:spPr/>
      <dgm:t>
        <a:bodyPr/>
        <a:lstStyle/>
        <a:p>
          <a:endParaRPr lang="en-US"/>
        </a:p>
      </dgm:t>
    </dgm:pt>
    <dgm:pt modelId="{24CDE04E-4049-47C9-A0D0-F0A0809C707A}" type="sibTrans" cxnId="{8A2E62F0-2BE5-4140-B2FE-20495D78EBBA}">
      <dgm:prSet/>
      <dgm:spPr/>
      <dgm:t>
        <a:bodyPr/>
        <a:lstStyle/>
        <a:p>
          <a:endParaRPr lang="en-US"/>
        </a:p>
      </dgm:t>
    </dgm:pt>
    <dgm:pt modelId="{819ACD51-5A6D-4AD5-A64B-C8C24830083A}" type="pres">
      <dgm:prSet presAssocID="{C2F1FA65-C12B-4C2D-AD96-8A953C55B847}" presName="root" presStyleCnt="0">
        <dgm:presLayoutVars>
          <dgm:dir/>
          <dgm:resizeHandles val="exact"/>
        </dgm:presLayoutVars>
      </dgm:prSet>
      <dgm:spPr/>
    </dgm:pt>
    <dgm:pt modelId="{62B9ABDC-2482-4EDC-B059-3F510E0455DD}" type="pres">
      <dgm:prSet presAssocID="{1D2EB4A5-ADD5-4828-9C20-69BF6821607B}" presName="compNode" presStyleCnt="0"/>
      <dgm:spPr/>
    </dgm:pt>
    <dgm:pt modelId="{F135671C-CC93-4BEB-AB88-45EA756D2D0F}" type="pres">
      <dgm:prSet presAssocID="{1D2EB4A5-ADD5-4828-9C20-69BF6821607B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FD2A47B-89A5-4029-BA5D-1201CC89C0CC}" type="pres">
      <dgm:prSet presAssocID="{1D2EB4A5-ADD5-4828-9C20-69BF6821607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18FAD3-A615-473E-BFD4-772605315413}" type="pres">
      <dgm:prSet presAssocID="{1D2EB4A5-ADD5-4828-9C20-69BF6821607B}" presName="spaceRect" presStyleCnt="0"/>
      <dgm:spPr/>
    </dgm:pt>
    <dgm:pt modelId="{583B5E5A-6EA6-4C40-A2C0-D9512D6A8E57}" type="pres">
      <dgm:prSet presAssocID="{1D2EB4A5-ADD5-4828-9C20-69BF6821607B}" presName="textRect" presStyleLbl="revTx" presStyleIdx="0" presStyleCnt="2">
        <dgm:presLayoutVars>
          <dgm:chMax val="1"/>
          <dgm:chPref val="1"/>
        </dgm:presLayoutVars>
      </dgm:prSet>
      <dgm:spPr/>
    </dgm:pt>
    <dgm:pt modelId="{39DD56D6-2CAA-47AB-8861-41EA6F9925F2}" type="pres">
      <dgm:prSet presAssocID="{9CD57C5B-03D3-4FC6-B580-45AE642CF501}" presName="sibTrans" presStyleCnt="0"/>
      <dgm:spPr/>
    </dgm:pt>
    <dgm:pt modelId="{D8502F6B-5C39-4A39-97B0-032048FCF187}" type="pres">
      <dgm:prSet presAssocID="{6E6894DC-F1D9-42C3-8624-E86A89ECDD82}" presName="compNode" presStyleCnt="0"/>
      <dgm:spPr/>
    </dgm:pt>
    <dgm:pt modelId="{F4AD3A67-F7AA-4929-B000-B29F60DD960C}" type="pres">
      <dgm:prSet presAssocID="{6E6894DC-F1D9-42C3-8624-E86A89ECDD82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E62F230-F93C-43F1-B84D-831433553302}" type="pres">
      <dgm:prSet presAssocID="{6E6894DC-F1D9-42C3-8624-E86A89ECDD8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B54203A9-7D2D-41B1-A428-803DF995186F}" type="pres">
      <dgm:prSet presAssocID="{6E6894DC-F1D9-42C3-8624-E86A89ECDD82}" presName="spaceRect" presStyleCnt="0"/>
      <dgm:spPr/>
    </dgm:pt>
    <dgm:pt modelId="{A08D25B0-EC7A-4EA2-9093-FEEE88C2034E}" type="pres">
      <dgm:prSet presAssocID="{6E6894DC-F1D9-42C3-8624-E86A89ECDD8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59FE40D-0415-4296-ABA0-220E0588D418}" type="presOf" srcId="{1D2EB4A5-ADD5-4828-9C20-69BF6821607B}" destId="{583B5E5A-6EA6-4C40-A2C0-D9512D6A8E57}" srcOrd="0" destOrd="0" presId="urn:microsoft.com/office/officeart/2018/5/layout/IconLeafLabelList"/>
    <dgm:cxn modelId="{2A98AC2F-A08F-43A3-9391-351E94F07466}" type="presOf" srcId="{C2F1FA65-C12B-4C2D-AD96-8A953C55B847}" destId="{819ACD51-5A6D-4AD5-A64B-C8C24830083A}" srcOrd="0" destOrd="0" presId="urn:microsoft.com/office/officeart/2018/5/layout/IconLeafLabelList"/>
    <dgm:cxn modelId="{5461509C-D19D-4B36-981B-9F7135411F55}" srcId="{C2F1FA65-C12B-4C2D-AD96-8A953C55B847}" destId="{1D2EB4A5-ADD5-4828-9C20-69BF6821607B}" srcOrd="0" destOrd="0" parTransId="{C1B8908B-62ED-44FD-B5CB-C492F5EA798A}" sibTransId="{9CD57C5B-03D3-4FC6-B580-45AE642CF501}"/>
    <dgm:cxn modelId="{0D0F2DAD-05AF-4946-ACD1-72B8222B0820}" type="presOf" srcId="{6E6894DC-F1D9-42C3-8624-E86A89ECDD82}" destId="{A08D25B0-EC7A-4EA2-9093-FEEE88C2034E}" srcOrd="0" destOrd="0" presId="urn:microsoft.com/office/officeart/2018/5/layout/IconLeafLabelList"/>
    <dgm:cxn modelId="{8A2E62F0-2BE5-4140-B2FE-20495D78EBBA}" srcId="{C2F1FA65-C12B-4C2D-AD96-8A953C55B847}" destId="{6E6894DC-F1D9-42C3-8624-E86A89ECDD82}" srcOrd="1" destOrd="0" parTransId="{1A644423-C0DF-45CE-80A4-9447FC5792E6}" sibTransId="{24CDE04E-4049-47C9-A0D0-F0A0809C707A}"/>
    <dgm:cxn modelId="{E839D83C-A920-4594-AFD7-09685FCE4D1A}" type="presParOf" srcId="{819ACD51-5A6D-4AD5-A64B-C8C24830083A}" destId="{62B9ABDC-2482-4EDC-B059-3F510E0455DD}" srcOrd="0" destOrd="0" presId="urn:microsoft.com/office/officeart/2018/5/layout/IconLeafLabelList"/>
    <dgm:cxn modelId="{A7AB77A6-BB02-4CFD-A22D-0BEC0BE64964}" type="presParOf" srcId="{62B9ABDC-2482-4EDC-B059-3F510E0455DD}" destId="{F135671C-CC93-4BEB-AB88-45EA756D2D0F}" srcOrd="0" destOrd="0" presId="urn:microsoft.com/office/officeart/2018/5/layout/IconLeafLabelList"/>
    <dgm:cxn modelId="{B2E1FF40-0199-4F08-80A3-BE973C4C9E80}" type="presParOf" srcId="{62B9ABDC-2482-4EDC-B059-3F510E0455DD}" destId="{2FD2A47B-89A5-4029-BA5D-1201CC89C0CC}" srcOrd="1" destOrd="0" presId="urn:microsoft.com/office/officeart/2018/5/layout/IconLeafLabelList"/>
    <dgm:cxn modelId="{D3ADC93F-80FF-49BE-8D09-884F9046F781}" type="presParOf" srcId="{62B9ABDC-2482-4EDC-B059-3F510E0455DD}" destId="{2818FAD3-A615-473E-BFD4-772605315413}" srcOrd="2" destOrd="0" presId="urn:microsoft.com/office/officeart/2018/5/layout/IconLeafLabelList"/>
    <dgm:cxn modelId="{4A1FCE1F-F1C7-4B99-9ACB-466C3C8B2E42}" type="presParOf" srcId="{62B9ABDC-2482-4EDC-B059-3F510E0455DD}" destId="{583B5E5A-6EA6-4C40-A2C0-D9512D6A8E57}" srcOrd="3" destOrd="0" presId="urn:microsoft.com/office/officeart/2018/5/layout/IconLeafLabelList"/>
    <dgm:cxn modelId="{0ACC596B-FA88-445F-B0EB-675DC28397ED}" type="presParOf" srcId="{819ACD51-5A6D-4AD5-A64B-C8C24830083A}" destId="{39DD56D6-2CAA-47AB-8861-41EA6F9925F2}" srcOrd="1" destOrd="0" presId="urn:microsoft.com/office/officeart/2018/5/layout/IconLeafLabelList"/>
    <dgm:cxn modelId="{C5387FEC-9D4C-4D46-8772-507DB9F9A7C5}" type="presParOf" srcId="{819ACD51-5A6D-4AD5-A64B-C8C24830083A}" destId="{D8502F6B-5C39-4A39-97B0-032048FCF187}" srcOrd="2" destOrd="0" presId="urn:microsoft.com/office/officeart/2018/5/layout/IconLeafLabelList"/>
    <dgm:cxn modelId="{8E7F6A4F-2104-4C59-91BB-B8FCC994AE53}" type="presParOf" srcId="{D8502F6B-5C39-4A39-97B0-032048FCF187}" destId="{F4AD3A67-F7AA-4929-B000-B29F60DD960C}" srcOrd="0" destOrd="0" presId="urn:microsoft.com/office/officeart/2018/5/layout/IconLeafLabelList"/>
    <dgm:cxn modelId="{3AA2163E-899C-47FE-A395-C9B708D3D696}" type="presParOf" srcId="{D8502F6B-5C39-4A39-97B0-032048FCF187}" destId="{3E62F230-F93C-43F1-B84D-831433553302}" srcOrd="1" destOrd="0" presId="urn:microsoft.com/office/officeart/2018/5/layout/IconLeafLabelList"/>
    <dgm:cxn modelId="{4706A3D5-F8B5-4CA8-89F8-55C60C64DBD0}" type="presParOf" srcId="{D8502F6B-5C39-4A39-97B0-032048FCF187}" destId="{B54203A9-7D2D-41B1-A428-803DF995186F}" srcOrd="2" destOrd="0" presId="urn:microsoft.com/office/officeart/2018/5/layout/IconLeafLabelList"/>
    <dgm:cxn modelId="{D32B9F51-5DA7-4D54-92B5-6D01131178ED}" type="presParOf" srcId="{D8502F6B-5C39-4A39-97B0-032048FCF187}" destId="{A08D25B0-EC7A-4EA2-9093-FEEE88C2034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E7B415-44B4-423E-A7B3-BD485457524E}">
      <dsp:nvSpPr>
        <dsp:cNvPr id="0" name=""/>
        <dsp:cNvSpPr/>
      </dsp:nvSpPr>
      <dsp:spPr>
        <a:xfrm>
          <a:off x="4159800" y="376271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5B73C7-81DC-4BC2-B938-58AACCEB08F8}">
      <dsp:nvSpPr>
        <dsp:cNvPr id="0" name=""/>
        <dsp:cNvSpPr/>
      </dsp:nvSpPr>
      <dsp:spPr>
        <a:xfrm>
          <a:off x="4627800" y="84427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DA719-E986-40BD-B059-5BD6CD5702AE}">
      <dsp:nvSpPr>
        <dsp:cNvPr id="0" name=""/>
        <dsp:cNvSpPr/>
      </dsp:nvSpPr>
      <dsp:spPr>
        <a:xfrm>
          <a:off x="3457800" y="325627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3100" kern="1200" dirty="0">
              <a:solidFill>
                <a:schemeClr val="bg1"/>
              </a:solidFill>
              <a:latin typeface="Bahnschrift SemiBold Condensed" panose="020B0502040204020203" pitchFamily="34" charset="0"/>
            </a:rPr>
            <a:t>Prototype Design &amp; Setup </a:t>
          </a:r>
          <a:endParaRPr lang="en-US" sz="3100" kern="1200" dirty="0">
            <a:solidFill>
              <a:schemeClr val="bg1"/>
            </a:solidFill>
            <a:latin typeface="Bahnschrift SemiBold Condensed" panose="020B0502040204020203" pitchFamily="34" charset="0"/>
          </a:endParaRPr>
        </a:p>
      </dsp:txBody>
      <dsp:txXfrm>
        <a:off x="3457800" y="325627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35671C-CC93-4BEB-AB88-45EA756D2D0F}">
      <dsp:nvSpPr>
        <dsp:cNvPr id="0" name=""/>
        <dsp:cNvSpPr/>
      </dsp:nvSpPr>
      <dsp:spPr>
        <a:xfrm>
          <a:off x="2044800" y="37627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D2A47B-89A5-4029-BA5D-1201CC89C0CC}">
      <dsp:nvSpPr>
        <dsp:cNvPr id="0" name=""/>
        <dsp:cNvSpPr/>
      </dsp:nvSpPr>
      <dsp:spPr>
        <a:xfrm>
          <a:off x="2512800" y="84427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3B5E5A-6EA6-4C40-A2C0-D9512D6A8E57}">
      <dsp:nvSpPr>
        <dsp:cNvPr id="0" name=""/>
        <dsp:cNvSpPr/>
      </dsp:nvSpPr>
      <dsp:spPr>
        <a:xfrm>
          <a:off x="1342800" y="325627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kern="1200">
              <a:solidFill>
                <a:schemeClr val="bg1"/>
              </a:solidFill>
              <a:latin typeface="Bahnschrift SemiBold Condensed" panose="020B0502040204020203" pitchFamily="34" charset="0"/>
            </a:rPr>
            <a:t>Telemetry collection code</a:t>
          </a:r>
        </a:p>
      </dsp:txBody>
      <dsp:txXfrm>
        <a:off x="1342800" y="3256272"/>
        <a:ext cx="3600000" cy="720000"/>
      </dsp:txXfrm>
    </dsp:sp>
    <dsp:sp modelId="{F4AD3A67-F7AA-4929-B000-B29F60DD960C}">
      <dsp:nvSpPr>
        <dsp:cNvPr id="0" name=""/>
        <dsp:cNvSpPr/>
      </dsp:nvSpPr>
      <dsp:spPr>
        <a:xfrm>
          <a:off x="6274800" y="37627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12065300"/>
            <a:satOff val="-60032"/>
            <a:lumOff val="-4058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2F230-F93C-43F1-B84D-831433553302}">
      <dsp:nvSpPr>
        <dsp:cNvPr id="0" name=""/>
        <dsp:cNvSpPr/>
      </dsp:nvSpPr>
      <dsp:spPr>
        <a:xfrm>
          <a:off x="6742800" y="844271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D25B0-EC7A-4EA2-9093-FEEE88C2034E}">
      <dsp:nvSpPr>
        <dsp:cNvPr id="0" name=""/>
        <dsp:cNvSpPr/>
      </dsp:nvSpPr>
      <dsp:spPr>
        <a:xfrm>
          <a:off x="5572800" y="325627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890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kern="1200">
              <a:solidFill>
                <a:schemeClr val="bg1"/>
              </a:solidFill>
              <a:latin typeface="Bahnschrift SemiBold Condensed" panose="020B0502040204020203" pitchFamily="34" charset="0"/>
            </a:rPr>
            <a:t>Testing and debugging</a:t>
          </a:r>
        </a:p>
      </dsp:txBody>
      <dsp:txXfrm>
        <a:off x="5572800" y="325627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97A9A2-04D9-49F4-A323-43775074701C}" type="datetime1">
              <a:rPr lang="en-GB" smtClean="0"/>
              <a:t>19/11/2025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AD85-B496-451C-A9B5-64589B09AB2F}" type="datetime1">
              <a:rPr lang="en-GB" smtClean="0"/>
              <a:pPr/>
              <a:t>19/11/2025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6C58-37B8-4D9A-9E83-B2DEAB43756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191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en-GB" spc="300" noProof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en-GB" noProof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en-GB" noProof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en-GB" noProof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en-GB" sz="4000" spc="300" noProof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8D9C-A734-4A52-BDC5-6873C04AA6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259E-25A1-4E15-82BE-C48D79A29B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928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8D9C-A734-4A52-BDC5-6873C04AA6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259E-25A1-4E15-82BE-C48D79A29B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788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C8D9C-A734-4A52-BDC5-6873C04AA6F5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259E-25A1-4E15-82BE-C48D79A29B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8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  <p:sldLayoutId id="2147483682" r:id="rId13"/>
    <p:sldLayoutId id="2147483683" r:id="rId14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E59B3-6FD3-C13E-070F-8FE48E1A7B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GB" dirty="0"/>
            </a:br>
            <a:r>
              <a:rPr lang="en-GB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SECURE WEARABLE AUTHENTICATION SYSTEM FOR SPORTS TELEMETRY</a:t>
            </a:r>
            <a:br>
              <a:rPr lang="en-GB" dirty="0">
                <a:solidFill>
                  <a:schemeClr val="bg1"/>
                </a:solidFill>
                <a:latin typeface="OCRB" panose="020F0502020204030204" pitchFamily="49" charset="0"/>
              </a:rPr>
            </a:br>
            <a:endParaRPr lang="en-GB" dirty="0">
              <a:solidFill>
                <a:schemeClr val="bg1"/>
              </a:solidFill>
              <a:latin typeface="OCRB" panose="020F05020202040302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DA980-04A0-1C8A-33ED-7FCC43F8C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4695"/>
            <a:ext cx="9144000" cy="52364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COMP3000</a:t>
            </a:r>
          </a:p>
        </p:txBody>
      </p:sp>
    </p:spTree>
    <p:extLst>
      <p:ext uri="{BB962C8B-B14F-4D97-AF65-F5344CB8AC3E}">
        <p14:creationId xmlns:p14="http://schemas.microsoft.com/office/powerpoint/2010/main" val="362586595"/>
      </p:ext>
    </p:extLst>
  </p:cSld>
  <p:clrMapOvr>
    <a:masterClrMapping/>
  </p:clrMapOvr>
  <p:transition spd="slow" advTm="2050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00CD32-6EF4-B5AA-5F02-65E8FFD8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B5819-BC04-D2CB-973E-73D34BAD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6097" y="1584325"/>
            <a:ext cx="5259806" cy="3324559"/>
          </a:xfrm>
        </p:spPr>
        <p:txBody>
          <a:bodyPr>
            <a:normAutofit/>
          </a:bodyPr>
          <a:lstStyle/>
          <a:p>
            <a:r>
              <a:rPr lang="en-GB" sz="9600" dirty="0">
                <a:solidFill>
                  <a:schemeClr val="bg1"/>
                </a:solidFill>
              </a:rPr>
              <a:t>SPRINT 5</a:t>
            </a:r>
          </a:p>
        </p:txBody>
      </p:sp>
    </p:spTree>
    <p:extLst>
      <p:ext uri="{BB962C8B-B14F-4D97-AF65-F5344CB8AC3E}">
        <p14:creationId xmlns:p14="http://schemas.microsoft.com/office/powerpoint/2010/main" val="1931708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DC9CC-DF57-7CC5-AEFF-9D6AE25C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DA31-B714-74C9-045C-C82E2FC1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THINGS WORKED ON IN CURRENT SPRINT</a:t>
            </a:r>
            <a:endParaRPr lang="en-US" sz="5200" kern="1200" dirty="0">
              <a:solidFill>
                <a:schemeClr val="bg1"/>
              </a:solidFill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E3B3940-7604-CDB0-E16B-A670E16F97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6543434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6680581"/>
      </p:ext>
    </p:extLst>
  </p:cSld>
  <p:clrMapOvr>
    <a:masterClrMapping/>
  </p:clrMapOvr>
  <p:transition spd="slow" advTm="12599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281FB-131E-A9DA-F176-CA5AC084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27602D-30CE-84DD-F33D-63FB933DEF4F}"/>
              </a:ext>
            </a:extLst>
          </p:cNvPr>
          <p:cNvSpPr txBox="1"/>
          <p:nvPr/>
        </p:nvSpPr>
        <p:spPr>
          <a:xfrm>
            <a:off x="506776" y="1780674"/>
            <a:ext cx="10505998" cy="458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300" dirty="0">
              <a:solidFill>
                <a:schemeClr val="tx2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2B2AB-5143-2C72-3AD8-02088C182219}"/>
              </a:ext>
            </a:extLst>
          </p:cNvPr>
          <p:cNvSpPr txBox="1"/>
          <p:nvPr/>
        </p:nvSpPr>
        <p:spPr>
          <a:xfrm>
            <a:off x="641684" y="657726"/>
            <a:ext cx="9897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THIS SPRINT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A0BF3-AB39-8B0A-C301-CE7BBCD4718B}"/>
              </a:ext>
            </a:extLst>
          </p:cNvPr>
          <p:cNvSpPr txBox="1"/>
          <p:nvPr/>
        </p:nvSpPr>
        <p:spPr>
          <a:xfrm>
            <a:off x="843001" y="2362374"/>
            <a:ext cx="1050599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First week focused on other assessments as I had extenuating circumstances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Went home for a week and worked from there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972774"/>
      </p:ext>
    </p:extLst>
  </p:cSld>
  <p:clrMapOvr>
    <a:masterClrMapping/>
  </p:clrMapOvr>
  <p:transition spd="slow" advTm="20269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D259F-8C50-DBBF-D7BF-16EB8F9A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D1FFB0-AFCB-6DA1-731F-DC40BF7C6AE0}"/>
              </a:ext>
            </a:extLst>
          </p:cNvPr>
          <p:cNvSpPr txBox="1"/>
          <p:nvPr/>
        </p:nvSpPr>
        <p:spPr>
          <a:xfrm>
            <a:off x="506776" y="1780674"/>
            <a:ext cx="10505998" cy="4580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2300" dirty="0">
              <a:solidFill>
                <a:schemeClr val="tx2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9D233-B2A6-BB38-8ECC-FC52C01FCAD2}"/>
              </a:ext>
            </a:extLst>
          </p:cNvPr>
          <p:cNvSpPr txBox="1"/>
          <p:nvPr/>
        </p:nvSpPr>
        <p:spPr>
          <a:xfrm>
            <a:off x="641684" y="657726"/>
            <a:ext cx="98979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PROTOTYPE DESIGN &amp;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A6048-3F9F-B7FE-DC46-D72DCFC90783}"/>
              </a:ext>
            </a:extLst>
          </p:cNvPr>
          <p:cNvSpPr txBox="1"/>
          <p:nvPr/>
        </p:nvSpPr>
        <p:spPr>
          <a:xfrm>
            <a:off x="810785" y="2446421"/>
            <a:ext cx="1050599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Connected the esp32 and power supply to breadboard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Connected sensors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Ran into problems with jumper wires and had to adjust things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Trying to get a simple version working to then add more to make it more advanced/wearable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072523"/>
      </p:ext>
    </p:extLst>
  </p:cSld>
  <p:clrMapOvr>
    <a:masterClrMapping/>
  </p:clrMapOvr>
  <p:transition spd="slow" advTm="20269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88D6B-E532-DFA0-15BD-9E9DA16E5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74777-3BE2-7754-8D17-49B37CED2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WHAT I AM CURRENTLY WORKING ON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D0E77EE-90A8-CA4C-685B-5619DCBC2C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486193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9907903"/>
      </p:ext>
    </p:extLst>
  </p:cSld>
  <p:clrMapOvr>
    <a:masterClrMapping/>
  </p:clrMapOvr>
  <p:transition spd="slow" advTm="12599">
    <p:push dir="u"/>
  </p:transition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84_TF55661986_Win32.potx" id="{1CDDDD57-F79A-457F-AE74-3E6C5B14A091}" vid="{35255769-D38C-493F-A69A-9781C0DDB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{8350833E-B08A-43AB-A3D7-8428671A51C6}tf55661986_win32</Template>
  <TotalTime>30</TotalTime>
  <Words>100</Words>
  <Application>Microsoft Office PowerPoint</Application>
  <PresentationFormat>Widescreen</PresentationFormat>
  <Paragraphs>17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Bahnschrift SemiBold</vt:lpstr>
      <vt:lpstr>Bahnschrift SemiBold Condensed</vt:lpstr>
      <vt:lpstr>Biome Light</vt:lpstr>
      <vt:lpstr>Calibri</vt:lpstr>
      <vt:lpstr>Calibri Light</vt:lpstr>
      <vt:lpstr>OCRB</vt:lpstr>
      <vt:lpstr>Wingdings</vt:lpstr>
      <vt:lpstr>Office Theme</vt:lpstr>
      <vt:lpstr> SECURE WEARABLE AUTHENTICATION SYSTEM FOR SPORTS TELEMETRY </vt:lpstr>
      <vt:lpstr>SPRINT 5</vt:lpstr>
      <vt:lpstr>THINGS WORKED ON IN CURRENT SPRINT</vt:lpstr>
      <vt:lpstr>PowerPoint Presentation</vt:lpstr>
      <vt:lpstr>PowerPoint Presentation</vt:lpstr>
      <vt:lpstr>WHAT I AM CURRENTLY WORKING 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Tanaya Lai</dc:creator>
  <cp:lastModifiedBy>(s) Tanaya Lai</cp:lastModifiedBy>
  <cp:revision>1</cp:revision>
  <dcterms:created xsi:type="dcterms:W3CDTF">2025-11-19T21:32:12Z</dcterms:created>
  <dcterms:modified xsi:type="dcterms:W3CDTF">2025-11-19T22:02:30Z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
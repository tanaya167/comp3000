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65" r:id="rId3"/>
    <p:sldId id="257" r:id="rId4"/>
    <p:sldId id="258" r:id="rId5"/>
    <p:sldId id="264" r:id="rId6"/>
    <p:sldId id="263" r:id="rId7"/>
    <p:sldId id="259" r:id="rId8"/>
    <p:sldId id="260"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40" d="100"/>
          <a:sy n="40" d="100"/>
        </p:scale>
        <p:origin x="44" y="4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Tanaya Lai" userId="213bb434-c929-48b6-97ad-c180c880d3dc" providerId="ADAL" clId="{A2FD10AF-E57E-45CD-AB0D-315F9351CA11}"/>
    <pc:docChg chg="undo custSel addSld delSld modSld sldOrd">
      <pc:chgData name="(s) Tanaya Lai" userId="213bb434-c929-48b6-97ad-c180c880d3dc" providerId="ADAL" clId="{A2FD10AF-E57E-45CD-AB0D-315F9351CA11}" dt="2025-11-19T21:41:09.398" v="870" actId="47"/>
      <pc:docMkLst>
        <pc:docMk/>
      </pc:docMkLst>
      <pc:sldChg chg="modSp mod">
        <pc:chgData name="(s) Tanaya Lai" userId="213bb434-c929-48b6-97ad-c180c880d3dc" providerId="ADAL" clId="{A2FD10AF-E57E-45CD-AB0D-315F9351CA11}" dt="2025-11-17T12:22:16.893" v="864" actId="20577"/>
        <pc:sldMkLst>
          <pc:docMk/>
          <pc:sldMk cId="292239704" sldId="260"/>
        </pc:sldMkLst>
        <pc:graphicFrameChg chg="modGraphic">
          <ac:chgData name="(s) Tanaya Lai" userId="213bb434-c929-48b6-97ad-c180c880d3dc" providerId="ADAL" clId="{A2FD10AF-E57E-45CD-AB0D-315F9351CA11}" dt="2025-11-17T12:22:16.893" v="864" actId="20577"/>
          <ac:graphicFrameMkLst>
            <pc:docMk/>
            <pc:sldMk cId="292239704" sldId="260"/>
            <ac:graphicFrameMk id="5" creationId="{F589B4A1-8E73-D25F-99D6-7E529EA4B16D}"/>
          </ac:graphicFrameMkLst>
        </pc:graphicFrameChg>
      </pc:sldChg>
      <pc:sldChg chg="modSp new mod">
        <pc:chgData name="(s) Tanaya Lai" userId="213bb434-c929-48b6-97ad-c180c880d3dc" providerId="ADAL" clId="{A2FD10AF-E57E-45CD-AB0D-315F9351CA11}" dt="2025-11-17T12:04:15.533" v="33" actId="1076"/>
        <pc:sldMkLst>
          <pc:docMk/>
          <pc:sldMk cId="1077221895" sldId="265"/>
        </pc:sldMkLst>
        <pc:spChg chg="mod">
          <ac:chgData name="(s) Tanaya Lai" userId="213bb434-c929-48b6-97ad-c180c880d3dc" providerId="ADAL" clId="{A2FD10AF-E57E-45CD-AB0D-315F9351CA11}" dt="2025-11-17T12:04:15.533" v="33" actId="1076"/>
          <ac:spMkLst>
            <pc:docMk/>
            <pc:sldMk cId="1077221895" sldId="265"/>
            <ac:spMk id="2" creationId="{32D9859E-896F-F70E-DF34-3106B3AC413C}"/>
          </ac:spMkLst>
        </pc:spChg>
      </pc:sldChg>
      <pc:sldChg chg="modSp add del mod">
        <pc:chgData name="(s) Tanaya Lai" userId="213bb434-c929-48b6-97ad-c180c880d3dc" providerId="ADAL" clId="{A2FD10AF-E57E-45CD-AB0D-315F9351CA11}" dt="2025-11-19T21:41:04.631" v="865" actId="47"/>
        <pc:sldMkLst>
          <pc:docMk/>
          <pc:sldMk cId="1931708643" sldId="266"/>
        </pc:sldMkLst>
      </pc:sldChg>
      <pc:sldChg chg="delSp modSp add del mod setBg delDesignElem">
        <pc:chgData name="(s) Tanaya Lai" userId="213bb434-c929-48b6-97ad-c180c880d3dc" providerId="ADAL" clId="{A2FD10AF-E57E-45CD-AB0D-315F9351CA11}" dt="2025-11-19T21:41:05.685" v="866" actId="47"/>
        <pc:sldMkLst>
          <pc:docMk/>
          <pc:sldMk cId="3446680581" sldId="267"/>
        </pc:sldMkLst>
      </pc:sldChg>
      <pc:sldChg chg="addSp delSp modSp add del mod setBg delDesignElem">
        <pc:chgData name="(s) Tanaya Lai" userId="213bb434-c929-48b6-97ad-c180c880d3dc" providerId="ADAL" clId="{A2FD10AF-E57E-45CD-AB0D-315F9351CA11}" dt="2025-11-19T21:41:07.063" v="868" actId="47"/>
        <pc:sldMkLst>
          <pc:docMk/>
          <pc:sldMk cId="2476072523" sldId="268"/>
        </pc:sldMkLst>
      </pc:sldChg>
      <pc:sldChg chg="modSp add del mod">
        <pc:chgData name="(s) Tanaya Lai" userId="213bb434-c929-48b6-97ad-c180c880d3dc" providerId="ADAL" clId="{A2FD10AF-E57E-45CD-AB0D-315F9351CA11}" dt="2025-11-19T21:41:06.583" v="867" actId="47"/>
        <pc:sldMkLst>
          <pc:docMk/>
          <pc:sldMk cId="2077972774" sldId="272"/>
        </pc:sldMkLst>
      </pc:sldChg>
      <pc:sldChg chg="addSp delSp modSp add del mod">
        <pc:chgData name="(s) Tanaya Lai" userId="213bb434-c929-48b6-97ad-c180c880d3dc" providerId="ADAL" clId="{A2FD10AF-E57E-45CD-AB0D-315F9351CA11}" dt="2025-11-19T21:41:08.390" v="869" actId="47"/>
        <pc:sldMkLst>
          <pc:docMk/>
          <pc:sldMk cId="4071025783" sldId="273"/>
        </pc:sldMkLst>
      </pc:sldChg>
      <pc:sldChg chg="delSp add del setBg delDesignElem">
        <pc:chgData name="(s) Tanaya Lai" userId="213bb434-c929-48b6-97ad-c180c880d3dc" providerId="ADAL" clId="{A2FD10AF-E57E-45CD-AB0D-315F9351CA11}" dt="2025-11-19T21:41:09.398" v="870" actId="47"/>
        <pc:sldMkLst>
          <pc:docMk/>
          <pc:sldMk cId="1339907903" sldId="274"/>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1DD0269-5916-42C5-8633-C0ABD0114FC9}"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0FADD5A6-29D7-4079-B3CE-14B5C488F4D5}">
      <dgm:prSet/>
      <dgm:spPr/>
      <dgm:t>
        <a:bodyPr/>
        <a:lstStyle/>
        <a:p>
          <a:pPr>
            <a:defRPr cap="all"/>
          </a:pPr>
          <a:r>
            <a:rPr lang="en-US"/>
            <a:t>Project Initiation</a:t>
          </a:r>
        </a:p>
      </dgm:t>
    </dgm:pt>
    <dgm:pt modelId="{9E37A6B2-D45E-42C5-B3F6-83B12858A35C}" type="parTrans" cxnId="{453709A3-7711-4547-9A9D-C479670F77CC}">
      <dgm:prSet/>
      <dgm:spPr/>
      <dgm:t>
        <a:bodyPr/>
        <a:lstStyle/>
        <a:p>
          <a:endParaRPr lang="en-US"/>
        </a:p>
      </dgm:t>
    </dgm:pt>
    <dgm:pt modelId="{C4B5C490-C0ED-4A78-AFC3-F9C75CC65FF2}" type="sibTrans" cxnId="{453709A3-7711-4547-9A9D-C479670F77CC}">
      <dgm:prSet/>
      <dgm:spPr/>
      <dgm:t>
        <a:bodyPr/>
        <a:lstStyle/>
        <a:p>
          <a:endParaRPr lang="en-US"/>
        </a:p>
      </dgm:t>
    </dgm:pt>
    <dgm:pt modelId="{4C99DC34-D2CE-4BC7-84D6-2C8E1E66382D}">
      <dgm:prSet/>
      <dgm:spPr/>
      <dgm:t>
        <a:bodyPr/>
        <a:lstStyle/>
        <a:p>
          <a:pPr>
            <a:defRPr cap="all"/>
          </a:pPr>
          <a:r>
            <a:rPr lang="en-US"/>
            <a:t>Prototype </a:t>
          </a:r>
        </a:p>
      </dgm:t>
    </dgm:pt>
    <dgm:pt modelId="{0118CD56-4B59-48FC-AB52-FB15C1E46B15}" type="parTrans" cxnId="{2935CF00-B835-438F-A931-2BD4D1CA13CE}">
      <dgm:prSet/>
      <dgm:spPr/>
      <dgm:t>
        <a:bodyPr/>
        <a:lstStyle/>
        <a:p>
          <a:endParaRPr lang="en-US"/>
        </a:p>
      </dgm:t>
    </dgm:pt>
    <dgm:pt modelId="{1DA4015E-421A-41FE-BD23-33C262912049}" type="sibTrans" cxnId="{2935CF00-B835-438F-A931-2BD4D1CA13CE}">
      <dgm:prSet/>
      <dgm:spPr/>
      <dgm:t>
        <a:bodyPr/>
        <a:lstStyle/>
        <a:p>
          <a:endParaRPr lang="en-US"/>
        </a:p>
      </dgm:t>
    </dgm:pt>
    <dgm:pt modelId="{14596EF0-57C9-4CA5-B552-AC3C067BC5AE}" type="pres">
      <dgm:prSet presAssocID="{11DD0269-5916-42C5-8633-C0ABD0114FC9}" presName="root" presStyleCnt="0">
        <dgm:presLayoutVars>
          <dgm:dir/>
          <dgm:resizeHandles val="exact"/>
        </dgm:presLayoutVars>
      </dgm:prSet>
      <dgm:spPr/>
    </dgm:pt>
    <dgm:pt modelId="{778900B6-E977-4DA4-A438-8FCE650A45DA}" type="pres">
      <dgm:prSet presAssocID="{0FADD5A6-29D7-4079-B3CE-14B5C488F4D5}" presName="compNode" presStyleCnt="0"/>
      <dgm:spPr/>
    </dgm:pt>
    <dgm:pt modelId="{34ED545A-71F9-4121-879E-06E7BAF92A36}" type="pres">
      <dgm:prSet presAssocID="{0FADD5A6-29D7-4079-B3CE-14B5C488F4D5}" presName="iconBgRect" presStyleLbl="bgShp" presStyleIdx="0" presStyleCnt="2"/>
      <dgm:spPr>
        <a:prstGeom prst="round2DiagRect">
          <a:avLst>
            <a:gd name="adj1" fmla="val 29727"/>
            <a:gd name="adj2" fmla="val 0"/>
          </a:avLst>
        </a:prstGeom>
      </dgm:spPr>
    </dgm:pt>
    <dgm:pt modelId="{25DE66F5-9005-445F-89DD-FFAEFED68A23}" type="pres">
      <dgm:prSet presAssocID="{0FADD5A6-29D7-4079-B3CE-14B5C488F4D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9F232FA9-C174-4514-9D02-2D0A98BF8881}" type="pres">
      <dgm:prSet presAssocID="{0FADD5A6-29D7-4079-B3CE-14B5C488F4D5}" presName="spaceRect" presStyleCnt="0"/>
      <dgm:spPr/>
    </dgm:pt>
    <dgm:pt modelId="{FF0FF253-05DF-45A3-848D-C1A8AEDC1B3D}" type="pres">
      <dgm:prSet presAssocID="{0FADD5A6-29D7-4079-B3CE-14B5C488F4D5}" presName="textRect" presStyleLbl="revTx" presStyleIdx="0" presStyleCnt="2">
        <dgm:presLayoutVars>
          <dgm:chMax val="1"/>
          <dgm:chPref val="1"/>
        </dgm:presLayoutVars>
      </dgm:prSet>
      <dgm:spPr/>
    </dgm:pt>
    <dgm:pt modelId="{2BA42881-1E00-4008-BCD2-759CE4B72BF5}" type="pres">
      <dgm:prSet presAssocID="{C4B5C490-C0ED-4A78-AFC3-F9C75CC65FF2}" presName="sibTrans" presStyleCnt="0"/>
      <dgm:spPr/>
    </dgm:pt>
    <dgm:pt modelId="{5CD5DF47-A30A-47B0-9357-49CAA1376809}" type="pres">
      <dgm:prSet presAssocID="{4C99DC34-D2CE-4BC7-84D6-2C8E1E66382D}" presName="compNode" presStyleCnt="0"/>
      <dgm:spPr/>
    </dgm:pt>
    <dgm:pt modelId="{A494D7FA-9C27-4513-88A3-46C8C72CF896}" type="pres">
      <dgm:prSet presAssocID="{4C99DC34-D2CE-4BC7-84D6-2C8E1E66382D}" presName="iconBgRect" presStyleLbl="bgShp" presStyleIdx="1" presStyleCnt="2"/>
      <dgm:spPr>
        <a:prstGeom prst="round2DiagRect">
          <a:avLst>
            <a:gd name="adj1" fmla="val 29727"/>
            <a:gd name="adj2" fmla="val 0"/>
          </a:avLst>
        </a:prstGeom>
      </dgm:spPr>
    </dgm:pt>
    <dgm:pt modelId="{39FCDB5A-B183-47FF-9A61-4AC5794DBCB9}" type="pres">
      <dgm:prSet presAssocID="{4C99DC34-D2CE-4BC7-84D6-2C8E1E66382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mart Phone"/>
        </a:ext>
      </dgm:extLst>
    </dgm:pt>
    <dgm:pt modelId="{76A2C107-878F-4203-9C32-2738D17BE335}" type="pres">
      <dgm:prSet presAssocID="{4C99DC34-D2CE-4BC7-84D6-2C8E1E66382D}" presName="spaceRect" presStyleCnt="0"/>
      <dgm:spPr/>
    </dgm:pt>
    <dgm:pt modelId="{4CD64C7A-3596-4891-A965-AA812E0DA7DB}" type="pres">
      <dgm:prSet presAssocID="{4C99DC34-D2CE-4BC7-84D6-2C8E1E66382D}" presName="textRect" presStyleLbl="revTx" presStyleIdx="1" presStyleCnt="2">
        <dgm:presLayoutVars>
          <dgm:chMax val="1"/>
          <dgm:chPref val="1"/>
        </dgm:presLayoutVars>
      </dgm:prSet>
      <dgm:spPr/>
    </dgm:pt>
  </dgm:ptLst>
  <dgm:cxnLst>
    <dgm:cxn modelId="{2935CF00-B835-438F-A931-2BD4D1CA13CE}" srcId="{11DD0269-5916-42C5-8633-C0ABD0114FC9}" destId="{4C99DC34-D2CE-4BC7-84D6-2C8E1E66382D}" srcOrd="1" destOrd="0" parTransId="{0118CD56-4B59-48FC-AB52-FB15C1E46B15}" sibTransId="{1DA4015E-421A-41FE-BD23-33C262912049}"/>
    <dgm:cxn modelId="{BD84932B-26B6-43F0-AD1D-FB693139CEAE}" type="presOf" srcId="{11DD0269-5916-42C5-8633-C0ABD0114FC9}" destId="{14596EF0-57C9-4CA5-B552-AC3C067BC5AE}" srcOrd="0" destOrd="0" presId="urn:microsoft.com/office/officeart/2018/5/layout/IconLeafLabelList"/>
    <dgm:cxn modelId="{453709A3-7711-4547-9A9D-C479670F77CC}" srcId="{11DD0269-5916-42C5-8633-C0ABD0114FC9}" destId="{0FADD5A6-29D7-4079-B3CE-14B5C488F4D5}" srcOrd="0" destOrd="0" parTransId="{9E37A6B2-D45E-42C5-B3F6-83B12858A35C}" sibTransId="{C4B5C490-C0ED-4A78-AFC3-F9C75CC65FF2}"/>
    <dgm:cxn modelId="{C52AB7E5-A238-49CD-B253-92D2CC46C951}" type="presOf" srcId="{4C99DC34-D2CE-4BC7-84D6-2C8E1E66382D}" destId="{4CD64C7A-3596-4891-A965-AA812E0DA7DB}" srcOrd="0" destOrd="0" presId="urn:microsoft.com/office/officeart/2018/5/layout/IconLeafLabelList"/>
    <dgm:cxn modelId="{77ED43E8-40BE-4646-A746-EF79937E6F5B}" type="presOf" srcId="{0FADD5A6-29D7-4079-B3CE-14B5C488F4D5}" destId="{FF0FF253-05DF-45A3-848D-C1A8AEDC1B3D}" srcOrd="0" destOrd="0" presId="urn:microsoft.com/office/officeart/2018/5/layout/IconLeafLabelList"/>
    <dgm:cxn modelId="{21DAD56F-429D-46BE-A9A9-95D95F9BF7CE}" type="presParOf" srcId="{14596EF0-57C9-4CA5-B552-AC3C067BC5AE}" destId="{778900B6-E977-4DA4-A438-8FCE650A45DA}" srcOrd="0" destOrd="0" presId="urn:microsoft.com/office/officeart/2018/5/layout/IconLeafLabelList"/>
    <dgm:cxn modelId="{EDC6E518-10EF-4B97-9077-6393D5203324}" type="presParOf" srcId="{778900B6-E977-4DA4-A438-8FCE650A45DA}" destId="{34ED545A-71F9-4121-879E-06E7BAF92A36}" srcOrd="0" destOrd="0" presId="urn:microsoft.com/office/officeart/2018/5/layout/IconLeafLabelList"/>
    <dgm:cxn modelId="{D786CCF3-C68D-4577-93DB-F2B39E308862}" type="presParOf" srcId="{778900B6-E977-4DA4-A438-8FCE650A45DA}" destId="{25DE66F5-9005-445F-89DD-FFAEFED68A23}" srcOrd="1" destOrd="0" presId="urn:microsoft.com/office/officeart/2018/5/layout/IconLeafLabelList"/>
    <dgm:cxn modelId="{2511AF89-E141-461B-A5FE-13C129D60C19}" type="presParOf" srcId="{778900B6-E977-4DA4-A438-8FCE650A45DA}" destId="{9F232FA9-C174-4514-9D02-2D0A98BF8881}" srcOrd="2" destOrd="0" presId="urn:microsoft.com/office/officeart/2018/5/layout/IconLeafLabelList"/>
    <dgm:cxn modelId="{40660896-A46C-4A82-92A9-D3C91CF21041}" type="presParOf" srcId="{778900B6-E977-4DA4-A438-8FCE650A45DA}" destId="{FF0FF253-05DF-45A3-848D-C1A8AEDC1B3D}" srcOrd="3" destOrd="0" presId="urn:microsoft.com/office/officeart/2018/5/layout/IconLeafLabelList"/>
    <dgm:cxn modelId="{DB05E9B9-DAD4-401E-BD38-D5E69AAAB49F}" type="presParOf" srcId="{14596EF0-57C9-4CA5-B552-AC3C067BC5AE}" destId="{2BA42881-1E00-4008-BCD2-759CE4B72BF5}" srcOrd="1" destOrd="0" presId="urn:microsoft.com/office/officeart/2018/5/layout/IconLeafLabelList"/>
    <dgm:cxn modelId="{234002AC-BF5B-460C-9169-1C3ED0A0C465}" type="presParOf" srcId="{14596EF0-57C9-4CA5-B552-AC3C067BC5AE}" destId="{5CD5DF47-A30A-47B0-9357-49CAA1376809}" srcOrd="2" destOrd="0" presId="urn:microsoft.com/office/officeart/2018/5/layout/IconLeafLabelList"/>
    <dgm:cxn modelId="{E1E6ED86-F57F-48B3-B521-B65449AAB034}" type="presParOf" srcId="{5CD5DF47-A30A-47B0-9357-49CAA1376809}" destId="{A494D7FA-9C27-4513-88A3-46C8C72CF896}" srcOrd="0" destOrd="0" presId="urn:microsoft.com/office/officeart/2018/5/layout/IconLeafLabelList"/>
    <dgm:cxn modelId="{639CEB28-40C3-47DF-B4C9-B49849C66700}" type="presParOf" srcId="{5CD5DF47-A30A-47B0-9357-49CAA1376809}" destId="{39FCDB5A-B183-47FF-9A61-4AC5794DBCB9}" srcOrd="1" destOrd="0" presId="urn:microsoft.com/office/officeart/2018/5/layout/IconLeafLabelList"/>
    <dgm:cxn modelId="{D676A341-547A-464C-9859-1611AF84C7A2}" type="presParOf" srcId="{5CD5DF47-A30A-47B0-9357-49CAA1376809}" destId="{76A2C107-878F-4203-9C32-2738D17BE335}" srcOrd="2" destOrd="0" presId="urn:microsoft.com/office/officeart/2018/5/layout/IconLeafLabelList"/>
    <dgm:cxn modelId="{5019F36B-4C0E-459C-8414-EDBA1B58F83B}" type="presParOf" srcId="{5CD5DF47-A30A-47B0-9357-49CAA1376809}" destId="{4CD64C7A-3596-4891-A965-AA812E0DA7DB}"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8B34603-74FF-4DCF-AB63-D8A6D2532FD4}"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FE30C2AF-109B-46A6-8C04-EBC9D7B49BA2}">
      <dgm:prSet custT="1"/>
      <dgm:spPr/>
      <dgm:t>
        <a:bodyPr/>
        <a:lstStyle/>
        <a:p>
          <a:pPr>
            <a:lnSpc>
              <a:spcPct val="100000"/>
            </a:lnSpc>
          </a:pPr>
          <a:r>
            <a:rPr lang="en-GB" sz="1800">
              <a:latin typeface="Bahnschrift SemiBold Condensed" panose="020B0502040204020203" pitchFamily="34" charset="0"/>
            </a:rPr>
            <a:t>Project Vision Main Points </a:t>
          </a:r>
          <a:endParaRPr lang="en-US" sz="1800">
            <a:latin typeface="Bahnschrift SemiBold Condensed" panose="020B0502040204020203" pitchFamily="34" charset="0"/>
          </a:endParaRPr>
        </a:p>
      </dgm:t>
    </dgm:pt>
    <dgm:pt modelId="{C8FF8A7A-E01B-4305-B71D-7A7550F01402}" type="parTrans" cxnId="{01EE1322-871D-4B83-B149-295943BAB484}">
      <dgm:prSet/>
      <dgm:spPr/>
      <dgm:t>
        <a:bodyPr/>
        <a:lstStyle/>
        <a:p>
          <a:endParaRPr lang="en-US"/>
        </a:p>
      </dgm:t>
    </dgm:pt>
    <dgm:pt modelId="{47B578BE-F1C7-496E-ABEA-FEC527A5E490}" type="sibTrans" cxnId="{01EE1322-871D-4B83-B149-295943BAB484}">
      <dgm:prSet/>
      <dgm:spPr/>
      <dgm:t>
        <a:bodyPr/>
        <a:lstStyle/>
        <a:p>
          <a:endParaRPr lang="en-US"/>
        </a:p>
      </dgm:t>
    </dgm:pt>
    <dgm:pt modelId="{2A236CF3-4357-46F6-A024-3B0A44045112}">
      <dgm:prSet custT="1"/>
      <dgm:spPr/>
      <dgm:t>
        <a:bodyPr/>
        <a:lstStyle/>
        <a:p>
          <a:pPr>
            <a:lnSpc>
              <a:spcPct val="100000"/>
            </a:lnSpc>
          </a:pPr>
          <a:r>
            <a:rPr lang="en-GB" sz="1600">
              <a:latin typeface="Bahnschrift SemiBold Condensed" panose="020B0502040204020203" pitchFamily="34" charset="0"/>
            </a:rPr>
            <a:t>Telemetry and biometric data are vulnerable to interception, spoofing, and misuse due to a lack of robust cybersecurity protection in current wearable technologies.</a:t>
          </a:r>
          <a:endParaRPr lang="en-US" sz="1600">
            <a:latin typeface="Bahnschrift SemiBold Condensed" panose="020B0502040204020203" pitchFamily="34" charset="0"/>
          </a:endParaRPr>
        </a:p>
      </dgm:t>
    </dgm:pt>
    <dgm:pt modelId="{4A6B98F5-CD8B-46BC-8DFF-C638D65E84E0}" type="parTrans" cxnId="{C196088B-60B2-4F56-8A22-3F7FB252C5D8}">
      <dgm:prSet/>
      <dgm:spPr/>
      <dgm:t>
        <a:bodyPr/>
        <a:lstStyle/>
        <a:p>
          <a:endParaRPr lang="en-US"/>
        </a:p>
      </dgm:t>
    </dgm:pt>
    <dgm:pt modelId="{CA97976E-4618-42B9-818C-871C4ADD3D59}" type="sibTrans" cxnId="{C196088B-60B2-4F56-8A22-3F7FB252C5D8}">
      <dgm:prSet/>
      <dgm:spPr/>
      <dgm:t>
        <a:bodyPr/>
        <a:lstStyle/>
        <a:p>
          <a:endParaRPr lang="en-US"/>
        </a:p>
      </dgm:t>
    </dgm:pt>
    <dgm:pt modelId="{CB495C97-BC8D-4E05-A12F-246516FEF26F}">
      <dgm:prSet custT="1"/>
      <dgm:spPr/>
      <dgm:t>
        <a:bodyPr/>
        <a:lstStyle/>
        <a:p>
          <a:pPr>
            <a:lnSpc>
              <a:spcPct val="100000"/>
            </a:lnSpc>
          </a:pPr>
          <a:r>
            <a:rPr lang="en-GB" sz="1600">
              <a:latin typeface="Bahnschrift SemiBold Condensed" panose="020B0502040204020203" pitchFamily="34" charset="0"/>
            </a:rPr>
            <a:t>The aim of this project is to design and implement a secure authentication framework for a wearable telemetry device that ensures data is only transmitted when the device is worn by the legitimate user and is cryptographically protected against attacks. </a:t>
          </a:r>
          <a:endParaRPr lang="en-US" sz="1600">
            <a:latin typeface="Bahnschrift SemiBold Condensed" panose="020B0502040204020203" pitchFamily="34" charset="0"/>
          </a:endParaRPr>
        </a:p>
      </dgm:t>
    </dgm:pt>
    <dgm:pt modelId="{5DD8B763-0E1D-4901-8439-7545DF39FFB8}" type="parTrans" cxnId="{8B2ABF24-1D30-481E-90ED-6233E415466C}">
      <dgm:prSet/>
      <dgm:spPr/>
      <dgm:t>
        <a:bodyPr/>
        <a:lstStyle/>
        <a:p>
          <a:endParaRPr lang="en-US"/>
        </a:p>
      </dgm:t>
    </dgm:pt>
    <dgm:pt modelId="{5C18E234-2D8C-4085-A59C-50F08F95E37D}" type="sibTrans" cxnId="{8B2ABF24-1D30-481E-90ED-6233E415466C}">
      <dgm:prSet/>
      <dgm:spPr/>
      <dgm:t>
        <a:bodyPr/>
        <a:lstStyle/>
        <a:p>
          <a:endParaRPr lang="en-US"/>
        </a:p>
      </dgm:t>
    </dgm:pt>
    <dgm:pt modelId="{9EEC633C-96C7-4F09-815F-D6321E47C55F}">
      <dgm:prSet custT="1"/>
      <dgm:spPr/>
      <dgm:t>
        <a:bodyPr/>
        <a:lstStyle/>
        <a:p>
          <a:pPr>
            <a:lnSpc>
              <a:spcPct val="100000"/>
            </a:lnSpc>
          </a:pPr>
          <a:r>
            <a:rPr lang="en-GB" sz="1600">
              <a:latin typeface="Bahnschrift SemiBold Condensed" panose="020B0502040204020203" pitchFamily="34" charset="0"/>
            </a:rPr>
            <a:t>To implement this framework, a prototype will be built using a low-cost microcontroller such as ESP32, and sensors including a heart-rate monitor(PPG), accelerator, temperature sensor and skin-contact detector</a:t>
          </a:r>
          <a:r>
            <a:rPr lang="en-GB" sz="1500"/>
            <a:t>. </a:t>
          </a:r>
          <a:endParaRPr lang="en-US" sz="1500"/>
        </a:p>
      </dgm:t>
    </dgm:pt>
    <dgm:pt modelId="{FD465DEE-0A18-49E0-852C-9D4C00B9F68C}" type="parTrans" cxnId="{A7661C84-3C58-4310-BA9C-89744599FFE8}">
      <dgm:prSet/>
      <dgm:spPr/>
      <dgm:t>
        <a:bodyPr/>
        <a:lstStyle/>
        <a:p>
          <a:endParaRPr lang="en-US"/>
        </a:p>
      </dgm:t>
    </dgm:pt>
    <dgm:pt modelId="{A3FC8879-4270-4293-A183-E626050208D9}" type="sibTrans" cxnId="{A7661C84-3C58-4310-BA9C-89744599FFE8}">
      <dgm:prSet/>
      <dgm:spPr/>
      <dgm:t>
        <a:bodyPr/>
        <a:lstStyle/>
        <a:p>
          <a:endParaRPr lang="en-US"/>
        </a:p>
      </dgm:t>
    </dgm:pt>
    <dgm:pt modelId="{19D53ED1-A86C-424D-94A6-1C5E0A91466C}" type="pres">
      <dgm:prSet presAssocID="{E8B34603-74FF-4DCF-AB63-D8A6D2532FD4}" presName="root" presStyleCnt="0">
        <dgm:presLayoutVars>
          <dgm:dir/>
          <dgm:resizeHandles val="exact"/>
        </dgm:presLayoutVars>
      </dgm:prSet>
      <dgm:spPr/>
    </dgm:pt>
    <dgm:pt modelId="{92A8FB09-A4D1-4499-90D2-FF6C1342EB0F}" type="pres">
      <dgm:prSet presAssocID="{FE30C2AF-109B-46A6-8C04-EBC9D7B49BA2}" presName="compNode" presStyleCnt="0"/>
      <dgm:spPr/>
    </dgm:pt>
    <dgm:pt modelId="{98A41B41-C8A6-4171-9E39-4C02181DBBA3}" type="pres">
      <dgm:prSet presAssocID="{FE30C2AF-109B-46A6-8C04-EBC9D7B49BA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llseye"/>
        </a:ext>
      </dgm:extLst>
    </dgm:pt>
    <dgm:pt modelId="{8C44147A-9BEA-429C-ACB5-E415F98A8F48}" type="pres">
      <dgm:prSet presAssocID="{FE30C2AF-109B-46A6-8C04-EBC9D7B49BA2}" presName="spaceRect" presStyleCnt="0"/>
      <dgm:spPr/>
    </dgm:pt>
    <dgm:pt modelId="{230ECAF3-4673-48B4-A19C-A4B208847BB8}" type="pres">
      <dgm:prSet presAssocID="{FE30C2AF-109B-46A6-8C04-EBC9D7B49BA2}" presName="textRect" presStyleLbl="revTx" presStyleIdx="0" presStyleCnt="4">
        <dgm:presLayoutVars>
          <dgm:chMax val="1"/>
          <dgm:chPref val="1"/>
        </dgm:presLayoutVars>
      </dgm:prSet>
      <dgm:spPr/>
    </dgm:pt>
    <dgm:pt modelId="{F5AACA9D-835C-4939-972E-C3B7E47C8B9D}" type="pres">
      <dgm:prSet presAssocID="{47B578BE-F1C7-496E-ABEA-FEC527A5E490}" presName="sibTrans" presStyleCnt="0"/>
      <dgm:spPr/>
    </dgm:pt>
    <dgm:pt modelId="{36AB56BC-8A0E-4608-B39F-FB6F69240DEE}" type="pres">
      <dgm:prSet presAssocID="{2A236CF3-4357-46F6-A024-3B0A44045112}" presName="compNode" presStyleCnt="0"/>
      <dgm:spPr/>
    </dgm:pt>
    <dgm:pt modelId="{17E0883A-09FA-4B2D-B608-6C29A46A4E82}" type="pres">
      <dgm:prSet presAssocID="{2A236CF3-4357-46F6-A024-3B0A4404511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DDC2FEEE-0ED1-48E4-A827-985744113206}" type="pres">
      <dgm:prSet presAssocID="{2A236CF3-4357-46F6-A024-3B0A44045112}" presName="spaceRect" presStyleCnt="0"/>
      <dgm:spPr/>
    </dgm:pt>
    <dgm:pt modelId="{475E3424-03D9-4537-BA08-9448736BCC10}" type="pres">
      <dgm:prSet presAssocID="{2A236CF3-4357-46F6-A024-3B0A44045112}" presName="textRect" presStyleLbl="revTx" presStyleIdx="1" presStyleCnt="4">
        <dgm:presLayoutVars>
          <dgm:chMax val="1"/>
          <dgm:chPref val="1"/>
        </dgm:presLayoutVars>
      </dgm:prSet>
      <dgm:spPr/>
    </dgm:pt>
    <dgm:pt modelId="{0BBF4228-4C89-46F6-92B9-847C04FF5AAC}" type="pres">
      <dgm:prSet presAssocID="{CA97976E-4618-42B9-818C-871C4ADD3D59}" presName="sibTrans" presStyleCnt="0"/>
      <dgm:spPr/>
    </dgm:pt>
    <dgm:pt modelId="{583A6FA9-8BF0-4251-A070-45CA12313F5D}" type="pres">
      <dgm:prSet presAssocID="{CB495C97-BC8D-4E05-A12F-246516FEF26F}" presName="compNode" presStyleCnt="0"/>
      <dgm:spPr/>
    </dgm:pt>
    <dgm:pt modelId="{97CE7250-3919-4223-9799-226DE3AC4602}" type="pres">
      <dgm:prSet presAssocID="{CB495C97-BC8D-4E05-A12F-246516FEF26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ock"/>
        </a:ext>
      </dgm:extLst>
    </dgm:pt>
    <dgm:pt modelId="{844D3715-CE74-4A4F-9721-80048614BE07}" type="pres">
      <dgm:prSet presAssocID="{CB495C97-BC8D-4E05-A12F-246516FEF26F}" presName="spaceRect" presStyleCnt="0"/>
      <dgm:spPr/>
    </dgm:pt>
    <dgm:pt modelId="{AC86CD85-212E-4711-87F7-2E9F0247654E}" type="pres">
      <dgm:prSet presAssocID="{CB495C97-BC8D-4E05-A12F-246516FEF26F}" presName="textRect" presStyleLbl="revTx" presStyleIdx="2" presStyleCnt="4">
        <dgm:presLayoutVars>
          <dgm:chMax val="1"/>
          <dgm:chPref val="1"/>
        </dgm:presLayoutVars>
      </dgm:prSet>
      <dgm:spPr/>
    </dgm:pt>
    <dgm:pt modelId="{E28D9B3A-007F-4E51-A559-28AC01B45524}" type="pres">
      <dgm:prSet presAssocID="{5C18E234-2D8C-4085-A59C-50F08F95E37D}" presName="sibTrans" presStyleCnt="0"/>
      <dgm:spPr/>
    </dgm:pt>
    <dgm:pt modelId="{F1E87DA3-CE5C-41B0-8A50-1EB99A36894F}" type="pres">
      <dgm:prSet presAssocID="{9EEC633C-96C7-4F09-815F-D6321E47C55F}" presName="compNode" presStyleCnt="0"/>
      <dgm:spPr/>
    </dgm:pt>
    <dgm:pt modelId="{104E1C86-F28D-4C03-BBE1-BDDD237D318E}" type="pres">
      <dgm:prSet presAssocID="{9EEC633C-96C7-4F09-815F-D6321E47C55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Gears"/>
        </a:ext>
      </dgm:extLst>
    </dgm:pt>
    <dgm:pt modelId="{CCD1485B-2BC3-4B52-B151-249ADAD7D27E}" type="pres">
      <dgm:prSet presAssocID="{9EEC633C-96C7-4F09-815F-D6321E47C55F}" presName="spaceRect" presStyleCnt="0"/>
      <dgm:spPr/>
    </dgm:pt>
    <dgm:pt modelId="{4307DA2C-0866-4510-8562-98BA89FD905A}" type="pres">
      <dgm:prSet presAssocID="{9EEC633C-96C7-4F09-815F-D6321E47C55F}" presName="textRect" presStyleLbl="revTx" presStyleIdx="3" presStyleCnt="4">
        <dgm:presLayoutVars>
          <dgm:chMax val="1"/>
          <dgm:chPref val="1"/>
        </dgm:presLayoutVars>
      </dgm:prSet>
      <dgm:spPr/>
    </dgm:pt>
  </dgm:ptLst>
  <dgm:cxnLst>
    <dgm:cxn modelId="{E03FE301-F14D-4954-A646-DFF145109360}" type="presOf" srcId="{FE30C2AF-109B-46A6-8C04-EBC9D7B49BA2}" destId="{230ECAF3-4673-48B4-A19C-A4B208847BB8}" srcOrd="0" destOrd="0" presId="urn:microsoft.com/office/officeart/2018/2/layout/IconLabelList"/>
    <dgm:cxn modelId="{EAB99816-A041-4723-A7C6-551A4FC45F16}" type="presOf" srcId="{9EEC633C-96C7-4F09-815F-D6321E47C55F}" destId="{4307DA2C-0866-4510-8562-98BA89FD905A}" srcOrd="0" destOrd="0" presId="urn:microsoft.com/office/officeart/2018/2/layout/IconLabelList"/>
    <dgm:cxn modelId="{E00CF319-AFDF-4189-93B7-26EF0F87EAA7}" type="presOf" srcId="{CB495C97-BC8D-4E05-A12F-246516FEF26F}" destId="{AC86CD85-212E-4711-87F7-2E9F0247654E}" srcOrd="0" destOrd="0" presId="urn:microsoft.com/office/officeart/2018/2/layout/IconLabelList"/>
    <dgm:cxn modelId="{01EE1322-871D-4B83-B149-295943BAB484}" srcId="{E8B34603-74FF-4DCF-AB63-D8A6D2532FD4}" destId="{FE30C2AF-109B-46A6-8C04-EBC9D7B49BA2}" srcOrd="0" destOrd="0" parTransId="{C8FF8A7A-E01B-4305-B71D-7A7550F01402}" sibTransId="{47B578BE-F1C7-496E-ABEA-FEC527A5E490}"/>
    <dgm:cxn modelId="{8B2ABF24-1D30-481E-90ED-6233E415466C}" srcId="{E8B34603-74FF-4DCF-AB63-D8A6D2532FD4}" destId="{CB495C97-BC8D-4E05-A12F-246516FEF26F}" srcOrd="2" destOrd="0" parTransId="{5DD8B763-0E1D-4901-8439-7545DF39FFB8}" sibTransId="{5C18E234-2D8C-4085-A59C-50F08F95E37D}"/>
    <dgm:cxn modelId="{A7661C84-3C58-4310-BA9C-89744599FFE8}" srcId="{E8B34603-74FF-4DCF-AB63-D8A6D2532FD4}" destId="{9EEC633C-96C7-4F09-815F-D6321E47C55F}" srcOrd="3" destOrd="0" parTransId="{FD465DEE-0A18-49E0-852C-9D4C00B9F68C}" sibTransId="{A3FC8879-4270-4293-A183-E626050208D9}"/>
    <dgm:cxn modelId="{C196088B-60B2-4F56-8A22-3F7FB252C5D8}" srcId="{E8B34603-74FF-4DCF-AB63-D8A6D2532FD4}" destId="{2A236CF3-4357-46F6-A024-3B0A44045112}" srcOrd="1" destOrd="0" parTransId="{4A6B98F5-CD8B-46BC-8DFF-C638D65E84E0}" sibTransId="{CA97976E-4618-42B9-818C-871C4ADD3D59}"/>
    <dgm:cxn modelId="{BAFF7FDD-5E6D-4ACE-8DA0-2093004C551A}" type="presOf" srcId="{2A236CF3-4357-46F6-A024-3B0A44045112}" destId="{475E3424-03D9-4537-BA08-9448736BCC10}" srcOrd="0" destOrd="0" presId="urn:microsoft.com/office/officeart/2018/2/layout/IconLabelList"/>
    <dgm:cxn modelId="{B047A2E2-56C3-4A8A-AF7B-312BE1FC1BF4}" type="presOf" srcId="{E8B34603-74FF-4DCF-AB63-D8A6D2532FD4}" destId="{19D53ED1-A86C-424D-94A6-1C5E0A91466C}" srcOrd="0" destOrd="0" presId="urn:microsoft.com/office/officeart/2018/2/layout/IconLabelList"/>
    <dgm:cxn modelId="{E355E2C6-0644-4C76-9AF1-E6AA03F89DD8}" type="presParOf" srcId="{19D53ED1-A86C-424D-94A6-1C5E0A91466C}" destId="{92A8FB09-A4D1-4499-90D2-FF6C1342EB0F}" srcOrd="0" destOrd="0" presId="urn:microsoft.com/office/officeart/2018/2/layout/IconLabelList"/>
    <dgm:cxn modelId="{2072B391-DA5C-4FFC-B3ED-833A1BF0E500}" type="presParOf" srcId="{92A8FB09-A4D1-4499-90D2-FF6C1342EB0F}" destId="{98A41B41-C8A6-4171-9E39-4C02181DBBA3}" srcOrd="0" destOrd="0" presId="urn:microsoft.com/office/officeart/2018/2/layout/IconLabelList"/>
    <dgm:cxn modelId="{CF28755F-FE49-4F1F-A348-5294C12283C6}" type="presParOf" srcId="{92A8FB09-A4D1-4499-90D2-FF6C1342EB0F}" destId="{8C44147A-9BEA-429C-ACB5-E415F98A8F48}" srcOrd="1" destOrd="0" presId="urn:microsoft.com/office/officeart/2018/2/layout/IconLabelList"/>
    <dgm:cxn modelId="{ABB26EAE-5D28-4E3E-B209-CA9818610D47}" type="presParOf" srcId="{92A8FB09-A4D1-4499-90D2-FF6C1342EB0F}" destId="{230ECAF3-4673-48B4-A19C-A4B208847BB8}" srcOrd="2" destOrd="0" presId="urn:microsoft.com/office/officeart/2018/2/layout/IconLabelList"/>
    <dgm:cxn modelId="{2E4BF061-35A0-4B6B-929D-ECDE307B79E1}" type="presParOf" srcId="{19D53ED1-A86C-424D-94A6-1C5E0A91466C}" destId="{F5AACA9D-835C-4939-972E-C3B7E47C8B9D}" srcOrd="1" destOrd="0" presId="urn:microsoft.com/office/officeart/2018/2/layout/IconLabelList"/>
    <dgm:cxn modelId="{E7D3FFA1-B1E7-42B3-BFDA-0077DDABFF90}" type="presParOf" srcId="{19D53ED1-A86C-424D-94A6-1C5E0A91466C}" destId="{36AB56BC-8A0E-4608-B39F-FB6F69240DEE}" srcOrd="2" destOrd="0" presId="urn:microsoft.com/office/officeart/2018/2/layout/IconLabelList"/>
    <dgm:cxn modelId="{B8A4CD35-D84D-4566-906E-D6B5F8C5E72C}" type="presParOf" srcId="{36AB56BC-8A0E-4608-B39F-FB6F69240DEE}" destId="{17E0883A-09FA-4B2D-B608-6C29A46A4E82}" srcOrd="0" destOrd="0" presId="urn:microsoft.com/office/officeart/2018/2/layout/IconLabelList"/>
    <dgm:cxn modelId="{C512F0BF-FF4D-4169-9D2E-0205D5129141}" type="presParOf" srcId="{36AB56BC-8A0E-4608-B39F-FB6F69240DEE}" destId="{DDC2FEEE-0ED1-48E4-A827-985744113206}" srcOrd="1" destOrd="0" presId="urn:microsoft.com/office/officeart/2018/2/layout/IconLabelList"/>
    <dgm:cxn modelId="{87E9F8F2-98C4-4DC6-985D-6E4755BD5B90}" type="presParOf" srcId="{36AB56BC-8A0E-4608-B39F-FB6F69240DEE}" destId="{475E3424-03D9-4537-BA08-9448736BCC10}" srcOrd="2" destOrd="0" presId="urn:microsoft.com/office/officeart/2018/2/layout/IconLabelList"/>
    <dgm:cxn modelId="{8C13A25A-754A-46AC-B0E9-9D8517BA320D}" type="presParOf" srcId="{19D53ED1-A86C-424D-94A6-1C5E0A91466C}" destId="{0BBF4228-4C89-46F6-92B9-847C04FF5AAC}" srcOrd="3" destOrd="0" presId="urn:microsoft.com/office/officeart/2018/2/layout/IconLabelList"/>
    <dgm:cxn modelId="{42D00363-8B73-4D6D-A905-C5EB68DE6EA7}" type="presParOf" srcId="{19D53ED1-A86C-424D-94A6-1C5E0A91466C}" destId="{583A6FA9-8BF0-4251-A070-45CA12313F5D}" srcOrd="4" destOrd="0" presId="urn:microsoft.com/office/officeart/2018/2/layout/IconLabelList"/>
    <dgm:cxn modelId="{8FCD05AF-DE8B-4641-8926-4C0AD6B9E63D}" type="presParOf" srcId="{583A6FA9-8BF0-4251-A070-45CA12313F5D}" destId="{97CE7250-3919-4223-9799-226DE3AC4602}" srcOrd="0" destOrd="0" presId="urn:microsoft.com/office/officeart/2018/2/layout/IconLabelList"/>
    <dgm:cxn modelId="{1C3BDE19-4B01-4B6F-BE1C-E1C7DC5E4D51}" type="presParOf" srcId="{583A6FA9-8BF0-4251-A070-45CA12313F5D}" destId="{844D3715-CE74-4A4F-9721-80048614BE07}" srcOrd="1" destOrd="0" presId="urn:microsoft.com/office/officeart/2018/2/layout/IconLabelList"/>
    <dgm:cxn modelId="{20A726C4-7445-4F4F-8110-97B92C15C991}" type="presParOf" srcId="{583A6FA9-8BF0-4251-A070-45CA12313F5D}" destId="{AC86CD85-212E-4711-87F7-2E9F0247654E}" srcOrd="2" destOrd="0" presId="urn:microsoft.com/office/officeart/2018/2/layout/IconLabelList"/>
    <dgm:cxn modelId="{2D5B982B-10A2-4243-9466-F0638F1E2374}" type="presParOf" srcId="{19D53ED1-A86C-424D-94A6-1C5E0A91466C}" destId="{E28D9B3A-007F-4E51-A559-28AC01B45524}" srcOrd="5" destOrd="0" presId="urn:microsoft.com/office/officeart/2018/2/layout/IconLabelList"/>
    <dgm:cxn modelId="{84CF7F65-E4D7-44E3-AF2C-DDB8D904B0BA}" type="presParOf" srcId="{19D53ED1-A86C-424D-94A6-1C5E0A91466C}" destId="{F1E87DA3-CE5C-41B0-8A50-1EB99A36894F}" srcOrd="6" destOrd="0" presId="urn:microsoft.com/office/officeart/2018/2/layout/IconLabelList"/>
    <dgm:cxn modelId="{47B49397-EFFF-4509-9CE8-DDA373863EC3}" type="presParOf" srcId="{F1E87DA3-CE5C-41B0-8A50-1EB99A36894F}" destId="{104E1C86-F28D-4C03-BBE1-BDDD237D318E}" srcOrd="0" destOrd="0" presId="urn:microsoft.com/office/officeart/2018/2/layout/IconLabelList"/>
    <dgm:cxn modelId="{511D2AAA-4458-4A74-9A63-A15D75D0E4B4}" type="presParOf" srcId="{F1E87DA3-CE5C-41B0-8A50-1EB99A36894F}" destId="{CCD1485B-2BC3-4B52-B151-249ADAD7D27E}" srcOrd="1" destOrd="0" presId="urn:microsoft.com/office/officeart/2018/2/layout/IconLabelList"/>
    <dgm:cxn modelId="{545E5556-9CDA-41EE-99AA-FD61FE96BDB6}" type="presParOf" srcId="{F1E87DA3-CE5C-41B0-8A50-1EB99A36894F}" destId="{4307DA2C-0866-4510-8562-98BA89FD905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FEC4206-7772-4E11-A709-96CDD6FF9D77}"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E81C7E58-2903-4B57-892C-20A9D86337E5}">
      <dgm:prSet/>
      <dgm:spPr/>
      <dgm:t>
        <a:bodyPr/>
        <a:lstStyle/>
        <a:p>
          <a:r>
            <a:rPr lang="en-GB" dirty="0">
              <a:latin typeface="Bahnschrift SemiBold Condensed" panose="020B0502040204020203" pitchFamily="34" charset="0"/>
            </a:rPr>
            <a:t>Hardware:</a:t>
          </a:r>
          <a:endParaRPr lang="en-US" dirty="0">
            <a:latin typeface="Bahnschrift SemiBold Condensed" panose="020B0502040204020203" pitchFamily="34" charset="0"/>
          </a:endParaRPr>
        </a:p>
      </dgm:t>
    </dgm:pt>
    <dgm:pt modelId="{C9F1C238-8FE4-4FC2-A278-F4D69703CAEF}" type="parTrans" cxnId="{9199F035-D4B7-462B-865F-FCA5DF23EB0A}">
      <dgm:prSet/>
      <dgm:spPr/>
      <dgm:t>
        <a:bodyPr/>
        <a:lstStyle/>
        <a:p>
          <a:endParaRPr lang="en-US"/>
        </a:p>
      </dgm:t>
    </dgm:pt>
    <dgm:pt modelId="{A635ABBE-A178-4861-A9F5-3C728F56D377}" type="sibTrans" cxnId="{9199F035-D4B7-462B-865F-FCA5DF23EB0A}">
      <dgm:prSet/>
      <dgm:spPr/>
      <dgm:t>
        <a:bodyPr/>
        <a:lstStyle/>
        <a:p>
          <a:endParaRPr lang="en-US"/>
        </a:p>
      </dgm:t>
    </dgm:pt>
    <dgm:pt modelId="{6C5724B7-696C-4D82-B396-90CBE44E7390}">
      <dgm:prSet/>
      <dgm:spPr/>
      <dgm:t>
        <a:bodyPr/>
        <a:lstStyle/>
        <a:p>
          <a:r>
            <a:rPr lang="en-GB" b="1" dirty="0">
              <a:latin typeface="Bahnschrift SemiBold Condensed" panose="020B0502040204020203" pitchFamily="34" charset="0"/>
            </a:rPr>
            <a:t>Microcontroller	                                </a:t>
          </a:r>
          <a:r>
            <a:rPr lang="en-GB" dirty="0">
              <a:latin typeface="Bahnschrift SemiBold Condensed" panose="020B0502040204020203" pitchFamily="34" charset="0"/>
            </a:rPr>
            <a:t>ESP32 </a:t>
          </a:r>
          <a:endParaRPr lang="en-US" dirty="0">
            <a:latin typeface="Bahnschrift SemiBold Condensed" panose="020B0502040204020203" pitchFamily="34" charset="0"/>
          </a:endParaRPr>
        </a:p>
      </dgm:t>
    </dgm:pt>
    <dgm:pt modelId="{839FA76E-7076-4228-B87F-C2CAE9377754}" type="parTrans" cxnId="{B7103384-A17B-4D38-AAA8-9F3A5CBE4EDA}">
      <dgm:prSet/>
      <dgm:spPr/>
      <dgm:t>
        <a:bodyPr/>
        <a:lstStyle/>
        <a:p>
          <a:endParaRPr lang="en-US"/>
        </a:p>
      </dgm:t>
    </dgm:pt>
    <dgm:pt modelId="{E6CCEB7D-7280-4335-B2D6-24FCE3714EF5}" type="sibTrans" cxnId="{B7103384-A17B-4D38-AAA8-9F3A5CBE4EDA}">
      <dgm:prSet/>
      <dgm:spPr/>
      <dgm:t>
        <a:bodyPr/>
        <a:lstStyle/>
        <a:p>
          <a:endParaRPr lang="en-US"/>
        </a:p>
      </dgm:t>
    </dgm:pt>
    <dgm:pt modelId="{5DB363E0-D86B-4B6E-9688-4DD45BB45528}">
      <dgm:prSet/>
      <dgm:spPr/>
      <dgm:t>
        <a:bodyPr/>
        <a:lstStyle/>
        <a:p>
          <a:r>
            <a:rPr lang="en-GB" b="1" dirty="0">
              <a:latin typeface="Bahnschrift SemiBold Condensed" panose="020B0502040204020203" pitchFamily="34" charset="0"/>
            </a:rPr>
            <a:t>Heart Rate Sensor	</a:t>
          </a:r>
          <a:r>
            <a:rPr lang="en-GB" dirty="0">
              <a:latin typeface="Bahnschrift SemiBold Condensed" panose="020B0502040204020203" pitchFamily="34" charset="0"/>
            </a:rPr>
            <a:t>                                MAX30102 </a:t>
          </a:r>
          <a:endParaRPr lang="en-US" dirty="0">
            <a:latin typeface="Bahnschrift SemiBold Condensed" panose="020B0502040204020203" pitchFamily="34" charset="0"/>
          </a:endParaRPr>
        </a:p>
      </dgm:t>
    </dgm:pt>
    <dgm:pt modelId="{0D9D3324-5AA7-4DEF-9432-426D60290517}" type="parTrans" cxnId="{10D83D29-F017-4185-9F1A-30D67A361223}">
      <dgm:prSet/>
      <dgm:spPr/>
      <dgm:t>
        <a:bodyPr/>
        <a:lstStyle/>
        <a:p>
          <a:endParaRPr lang="en-US"/>
        </a:p>
      </dgm:t>
    </dgm:pt>
    <dgm:pt modelId="{8C9096C2-472A-4C1B-8C8A-B39C7B3BB2B5}" type="sibTrans" cxnId="{10D83D29-F017-4185-9F1A-30D67A361223}">
      <dgm:prSet/>
      <dgm:spPr/>
      <dgm:t>
        <a:bodyPr/>
        <a:lstStyle/>
        <a:p>
          <a:endParaRPr lang="en-US"/>
        </a:p>
      </dgm:t>
    </dgm:pt>
    <dgm:pt modelId="{EA67F5C8-8FB7-4F9B-89B0-CAC062FADE24}">
      <dgm:prSet/>
      <dgm:spPr/>
      <dgm:t>
        <a:bodyPr/>
        <a:lstStyle/>
        <a:p>
          <a:r>
            <a:rPr lang="en-GB" b="1" dirty="0">
              <a:latin typeface="Bahnschrift SemiBold Condensed" panose="020B0502040204020203" pitchFamily="34" charset="0"/>
            </a:rPr>
            <a:t>Accelerometer	</a:t>
          </a:r>
          <a:r>
            <a:rPr lang="en-GB" dirty="0">
              <a:latin typeface="Bahnschrift SemiBold Condensed" panose="020B0502040204020203" pitchFamily="34" charset="0"/>
            </a:rPr>
            <a:t>                                MPU-6050 </a:t>
          </a:r>
          <a:endParaRPr lang="en-US" dirty="0">
            <a:latin typeface="Bahnschrift SemiBold Condensed" panose="020B0502040204020203" pitchFamily="34" charset="0"/>
          </a:endParaRPr>
        </a:p>
      </dgm:t>
    </dgm:pt>
    <dgm:pt modelId="{639F3B80-4800-4947-9206-064115A49E8A}" type="parTrans" cxnId="{16F293CF-B20E-4B15-BB1D-D89F670D67EC}">
      <dgm:prSet/>
      <dgm:spPr/>
      <dgm:t>
        <a:bodyPr/>
        <a:lstStyle/>
        <a:p>
          <a:endParaRPr lang="en-US"/>
        </a:p>
      </dgm:t>
    </dgm:pt>
    <dgm:pt modelId="{B151F0E1-373E-48E8-974A-E4B7E72A6184}" type="sibTrans" cxnId="{16F293CF-B20E-4B15-BB1D-D89F670D67EC}">
      <dgm:prSet/>
      <dgm:spPr/>
      <dgm:t>
        <a:bodyPr/>
        <a:lstStyle/>
        <a:p>
          <a:endParaRPr lang="en-US"/>
        </a:p>
      </dgm:t>
    </dgm:pt>
    <dgm:pt modelId="{6E049FB3-DA77-4F15-B487-E53CD71F9FC4}">
      <dgm:prSet/>
      <dgm:spPr/>
      <dgm:t>
        <a:bodyPr/>
        <a:lstStyle/>
        <a:p>
          <a:r>
            <a:rPr lang="en-GB" b="1" dirty="0">
              <a:latin typeface="Bahnschrift SemiBold Condensed" panose="020B0502040204020203" pitchFamily="34" charset="0"/>
            </a:rPr>
            <a:t>Temperature Sensor                                  </a:t>
          </a:r>
          <a:r>
            <a:rPr lang="en-GB" dirty="0">
              <a:latin typeface="Bahnschrift SemiBold Condensed" panose="020B0502040204020203" pitchFamily="34" charset="0"/>
            </a:rPr>
            <a:t>MLX90614 </a:t>
          </a:r>
          <a:endParaRPr lang="en-US" dirty="0">
            <a:latin typeface="Bahnschrift SemiBold Condensed" panose="020B0502040204020203" pitchFamily="34" charset="0"/>
          </a:endParaRPr>
        </a:p>
      </dgm:t>
    </dgm:pt>
    <dgm:pt modelId="{D86A906F-44F9-4739-B187-1B157C2829D2}" type="parTrans" cxnId="{8282E728-C466-46B7-A68C-DEC8CE08A035}">
      <dgm:prSet/>
      <dgm:spPr/>
      <dgm:t>
        <a:bodyPr/>
        <a:lstStyle/>
        <a:p>
          <a:endParaRPr lang="en-US"/>
        </a:p>
      </dgm:t>
    </dgm:pt>
    <dgm:pt modelId="{68018D9D-9856-474D-9A70-3BF1F08094C5}" type="sibTrans" cxnId="{8282E728-C466-46B7-A68C-DEC8CE08A035}">
      <dgm:prSet/>
      <dgm:spPr/>
      <dgm:t>
        <a:bodyPr/>
        <a:lstStyle/>
        <a:p>
          <a:endParaRPr lang="en-US"/>
        </a:p>
      </dgm:t>
    </dgm:pt>
    <dgm:pt modelId="{F0620CBE-2EDC-4D32-9C66-73F296F073BF}">
      <dgm:prSet/>
      <dgm:spPr/>
      <dgm:t>
        <a:bodyPr/>
        <a:lstStyle/>
        <a:p>
          <a:r>
            <a:rPr lang="en-GB" b="1" dirty="0">
              <a:latin typeface="Bahnschrift SemiBold Condensed" panose="020B0502040204020203" pitchFamily="34" charset="0"/>
            </a:rPr>
            <a:t>Capacitive Contact Sensor	</a:t>
          </a:r>
          <a:r>
            <a:rPr lang="en-GB" dirty="0">
              <a:latin typeface="Bahnschrift SemiBold Condensed" panose="020B0502040204020203" pitchFamily="34" charset="0"/>
            </a:rPr>
            <a:t>               TTP223 </a:t>
          </a:r>
          <a:endParaRPr lang="en-US" dirty="0">
            <a:latin typeface="Bahnschrift SemiBold Condensed" panose="020B0502040204020203" pitchFamily="34" charset="0"/>
          </a:endParaRPr>
        </a:p>
      </dgm:t>
    </dgm:pt>
    <dgm:pt modelId="{CDB11A99-C287-4B1B-995E-EE5D75A66B25}" type="parTrans" cxnId="{16946785-9FB1-4D05-AA04-D2C8074777A2}">
      <dgm:prSet/>
      <dgm:spPr/>
      <dgm:t>
        <a:bodyPr/>
        <a:lstStyle/>
        <a:p>
          <a:endParaRPr lang="en-US"/>
        </a:p>
      </dgm:t>
    </dgm:pt>
    <dgm:pt modelId="{182F2872-4FCE-493C-BB0A-70CC431E577C}" type="sibTrans" cxnId="{16946785-9FB1-4D05-AA04-D2C8074777A2}">
      <dgm:prSet/>
      <dgm:spPr/>
      <dgm:t>
        <a:bodyPr/>
        <a:lstStyle/>
        <a:p>
          <a:endParaRPr lang="en-US"/>
        </a:p>
      </dgm:t>
    </dgm:pt>
    <dgm:pt modelId="{D3F13240-BDA5-491B-9924-77C41B81DFF5}" type="pres">
      <dgm:prSet presAssocID="{DFEC4206-7772-4E11-A709-96CDD6FF9D77}" presName="vert0" presStyleCnt="0">
        <dgm:presLayoutVars>
          <dgm:dir/>
          <dgm:animOne val="branch"/>
          <dgm:animLvl val="lvl"/>
        </dgm:presLayoutVars>
      </dgm:prSet>
      <dgm:spPr/>
    </dgm:pt>
    <dgm:pt modelId="{D0A11500-0F29-4D68-AF4F-04AD7F2241D1}" type="pres">
      <dgm:prSet presAssocID="{E81C7E58-2903-4B57-892C-20A9D86337E5}" presName="thickLine" presStyleLbl="alignNode1" presStyleIdx="0" presStyleCnt="1"/>
      <dgm:spPr/>
    </dgm:pt>
    <dgm:pt modelId="{AEF81F29-0796-498D-A8BB-FDB78DC10880}" type="pres">
      <dgm:prSet presAssocID="{E81C7E58-2903-4B57-892C-20A9D86337E5}" presName="horz1" presStyleCnt="0"/>
      <dgm:spPr/>
    </dgm:pt>
    <dgm:pt modelId="{7463A179-DADF-498C-89D2-1901D172712E}" type="pres">
      <dgm:prSet presAssocID="{E81C7E58-2903-4B57-892C-20A9D86337E5}" presName="tx1" presStyleLbl="revTx" presStyleIdx="0" presStyleCnt="6"/>
      <dgm:spPr/>
    </dgm:pt>
    <dgm:pt modelId="{2016BE53-79D2-4440-BB47-857383116913}" type="pres">
      <dgm:prSet presAssocID="{E81C7E58-2903-4B57-892C-20A9D86337E5}" presName="vert1" presStyleCnt="0"/>
      <dgm:spPr/>
    </dgm:pt>
    <dgm:pt modelId="{5E24BB14-4158-46BC-A937-DCB8EAAB8C07}" type="pres">
      <dgm:prSet presAssocID="{6C5724B7-696C-4D82-B396-90CBE44E7390}" presName="vertSpace2a" presStyleCnt="0"/>
      <dgm:spPr/>
    </dgm:pt>
    <dgm:pt modelId="{C21E5A67-14C7-4BC8-8824-90DEA3539E65}" type="pres">
      <dgm:prSet presAssocID="{6C5724B7-696C-4D82-B396-90CBE44E7390}" presName="horz2" presStyleCnt="0"/>
      <dgm:spPr/>
    </dgm:pt>
    <dgm:pt modelId="{3A894859-0C6E-4104-9ED7-F93DCE5D2696}" type="pres">
      <dgm:prSet presAssocID="{6C5724B7-696C-4D82-B396-90CBE44E7390}" presName="horzSpace2" presStyleCnt="0"/>
      <dgm:spPr/>
    </dgm:pt>
    <dgm:pt modelId="{464FA922-9E44-4F66-8476-5ADC284D3213}" type="pres">
      <dgm:prSet presAssocID="{6C5724B7-696C-4D82-B396-90CBE44E7390}" presName="tx2" presStyleLbl="revTx" presStyleIdx="1" presStyleCnt="6"/>
      <dgm:spPr/>
    </dgm:pt>
    <dgm:pt modelId="{73B0B35E-3B86-469C-A7E2-FB370DE9D50D}" type="pres">
      <dgm:prSet presAssocID="{6C5724B7-696C-4D82-B396-90CBE44E7390}" presName="vert2" presStyleCnt="0"/>
      <dgm:spPr/>
    </dgm:pt>
    <dgm:pt modelId="{1CF2A7BE-6984-4E30-8634-441056688B5D}" type="pres">
      <dgm:prSet presAssocID="{6C5724B7-696C-4D82-B396-90CBE44E7390}" presName="thinLine2b" presStyleLbl="callout" presStyleIdx="0" presStyleCnt="5"/>
      <dgm:spPr/>
    </dgm:pt>
    <dgm:pt modelId="{059AA883-BF13-4D89-BE43-65FFA437DDAC}" type="pres">
      <dgm:prSet presAssocID="{6C5724B7-696C-4D82-B396-90CBE44E7390}" presName="vertSpace2b" presStyleCnt="0"/>
      <dgm:spPr/>
    </dgm:pt>
    <dgm:pt modelId="{44B8926E-EBE1-4431-989D-930FAA14CC50}" type="pres">
      <dgm:prSet presAssocID="{5DB363E0-D86B-4B6E-9688-4DD45BB45528}" presName="horz2" presStyleCnt="0"/>
      <dgm:spPr/>
    </dgm:pt>
    <dgm:pt modelId="{196655E5-E19F-469A-ADE2-E6723D6E8136}" type="pres">
      <dgm:prSet presAssocID="{5DB363E0-D86B-4B6E-9688-4DD45BB45528}" presName="horzSpace2" presStyleCnt="0"/>
      <dgm:spPr/>
    </dgm:pt>
    <dgm:pt modelId="{F9EECB36-B40B-4447-8962-D681DD734F69}" type="pres">
      <dgm:prSet presAssocID="{5DB363E0-D86B-4B6E-9688-4DD45BB45528}" presName="tx2" presStyleLbl="revTx" presStyleIdx="2" presStyleCnt="6"/>
      <dgm:spPr/>
    </dgm:pt>
    <dgm:pt modelId="{0C9F260D-9588-4715-8273-604B4D01D2DF}" type="pres">
      <dgm:prSet presAssocID="{5DB363E0-D86B-4B6E-9688-4DD45BB45528}" presName="vert2" presStyleCnt="0"/>
      <dgm:spPr/>
    </dgm:pt>
    <dgm:pt modelId="{3D7669D3-79A9-4222-BAFA-ED5B18B00D29}" type="pres">
      <dgm:prSet presAssocID="{5DB363E0-D86B-4B6E-9688-4DD45BB45528}" presName="thinLine2b" presStyleLbl="callout" presStyleIdx="1" presStyleCnt="5"/>
      <dgm:spPr/>
    </dgm:pt>
    <dgm:pt modelId="{E26478C4-E459-4474-A785-1996AF37C08D}" type="pres">
      <dgm:prSet presAssocID="{5DB363E0-D86B-4B6E-9688-4DD45BB45528}" presName="vertSpace2b" presStyleCnt="0"/>
      <dgm:spPr/>
    </dgm:pt>
    <dgm:pt modelId="{F042BCD2-6B76-400C-B8B7-CF3A6FF62009}" type="pres">
      <dgm:prSet presAssocID="{EA67F5C8-8FB7-4F9B-89B0-CAC062FADE24}" presName="horz2" presStyleCnt="0"/>
      <dgm:spPr/>
    </dgm:pt>
    <dgm:pt modelId="{2485529F-0454-4267-9534-3BF97FC2D40D}" type="pres">
      <dgm:prSet presAssocID="{EA67F5C8-8FB7-4F9B-89B0-CAC062FADE24}" presName="horzSpace2" presStyleCnt="0"/>
      <dgm:spPr/>
    </dgm:pt>
    <dgm:pt modelId="{1A8A5DE1-D52E-45AA-B285-AF9D3C534AA6}" type="pres">
      <dgm:prSet presAssocID="{EA67F5C8-8FB7-4F9B-89B0-CAC062FADE24}" presName="tx2" presStyleLbl="revTx" presStyleIdx="3" presStyleCnt="6"/>
      <dgm:spPr/>
    </dgm:pt>
    <dgm:pt modelId="{1DEF427A-53EB-4225-B2D2-23CD2DDBE5F8}" type="pres">
      <dgm:prSet presAssocID="{EA67F5C8-8FB7-4F9B-89B0-CAC062FADE24}" presName="vert2" presStyleCnt="0"/>
      <dgm:spPr/>
    </dgm:pt>
    <dgm:pt modelId="{0B7125C5-FE80-4DD9-A0D8-16EB689A5E4B}" type="pres">
      <dgm:prSet presAssocID="{EA67F5C8-8FB7-4F9B-89B0-CAC062FADE24}" presName="thinLine2b" presStyleLbl="callout" presStyleIdx="2" presStyleCnt="5"/>
      <dgm:spPr/>
    </dgm:pt>
    <dgm:pt modelId="{A304F9DF-681F-4975-986E-E8C01ABAC95E}" type="pres">
      <dgm:prSet presAssocID="{EA67F5C8-8FB7-4F9B-89B0-CAC062FADE24}" presName="vertSpace2b" presStyleCnt="0"/>
      <dgm:spPr/>
    </dgm:pt>
    <dgm:pt modelId="{BAFAD93C-F146-4F61-A71D-5CEAE2F2A2B2}" type="pres">
      <dgm:prSet presAssocID="{6E049FB3-DA77-4F15-B487-E53CD71F9FC4}" presName="horz2" presStyleCnt="0"/>
      <dgm:spPr/>
    </dgm:pt>
    <dgm:pt modelId="{EAEDDC6B-F70B-41A4-95B7-C988BAF085C5}" type="pres">
      <dgm:prSet presAssocID="{6E049FB3-DA77-4F15-B487-E53CD71F9FC4}" presName="horzSpace2" presStyleCnt="0"/>
      <dgm:spPr/>
    </dgm:pt>
    <dgm:pt modelId="{D3EA9D8E-6A67-4AA0-B1CF-F2921769DF42}" type="pres">
      <dgm:prSet presAssocID="{6E049FB3-DA77-4F15-B487-E53CD71F9FC4}" presName="tx2" presStyleLbl="revTx" presStyleIdx="4" presStyleCnt="6"/>
      <dgm:spPr/>
    </dgm:pt>
    <dgm:pt modelId="{9B560667-F319-42C2-B1C8-AA8FE42C9E97}" type="pres">
      <dgm:prSet presAssocID="{6E049FB3-DA77-4F15-B487-E53CD71F9FC4}" presName="vert2" presStyleCnt="0"/>
      <dgm:spPr/>
    </dgm:pt>
    <dgm:pt modelId="{E7E68CDC-0759-4216-A66F-E70A25DE7690}" type="pres">
      <dgm:prSet presAssocID="{6E049FB3-DA77-4F15-B487-E53CD71F9FC4}" presName="thinLine2b" presStyleLbl="callout" presStyleIdx="3" presStyleCnt="5"/>
      <dgm:spPr/>
    </dgm:pt>
    <dgm:pt modelId="{4870EBC8-B536-4119-BF4E-B9F0DEF32FAF}" type="pres">
      <dgm:prSet presAssocID="{6E049FB3-DA77-4F15-B487-E53CD71F9FC4}" presName="vertSpace2b" presStyleCnt="0"/>
      <dgm:spPr/>
    </dgm:pt>
    <dgm:pt modelId="{47A9AC2D-7698-49A5-980C-8681E6A2E843}" type="pres">
      <dgm:prSet presAssocID="{F0620CBE-2EDC-4D32-9C66-73F296F073BF}" presName="horz2" presStyleCnt="0"/>
      <dgm:spPr/>
    </dgm:pt>
    <dgm:pt modelId="{D506B810-297D-43C1-9942-065065EA7BE2}" type="pres">
      <dgm:prSet presAssocID="{F0620CBE-2EDC-4D32-9C66-73F296F073BF}" presName="horzSpace2" presStyleCnt="0"/>
      <dgm:spPr/>
    </dgm:pt>
    <dgm:pt modelId="{99801F33-840B-4C2E-B313-FDE39C3E921B}" type="pres">
      <dgm:prSet presAssocID="{F0620CBE-2EDC-4D32-9C66-73F296F073BF}" presName="tx2" presStyleLbl="revTx" presStyleIdx="5" presStyleCnt="6"/>
      <dgm:spPr/>
    </dgm:pt>
    <dgm:pt modelId="{90431227-0121-4526-9CC2-35ECB0AD305B}" type="pres">
      <dgm:prSet presAssocID="{F0620CBE-2EDC-4D32-9C66-73F296F073BF}" presName="vert2" presStyleCnt="0"/>
      <dgm:spPr/>
    </dgm:pt>
    <dgm:pt modelId="{E0A8E4DC-225B-4B76-8C15-91BF5A14F7D8}" type="pres">
      <dgm:prSet presAssocID="{F0620CBE-2EDC-4D32-9C66-73F296F073BF}" presName="thinLine2b" presStyleLbl="callout" presStyleIdx="4" presStyleCnt="5"/>
      <dgm:spPr/>
    </dgm:pt>
    <dgm:pt modelId="{E154A070-B8DA-4A37-92EE-328FDE665079}" type="pres">
      <dgm:prSet presAssocID="{F0620CBE-2EDC-4D32-9C66-73F296F073BF}" presName="vertSpace2b" presStyleCnt="0"/>
      <dgm:spPr/>
    </dgm:pt>
  </dgm:ptLst>
  <dgm:cxnLst>
    <dgm:cxn modelId="{F6756905-436A-4B62-92C3-D5EFDDB4096E}" type="presOf" srcId="{EA67F5C8-8FB7-4F9B-89B0-CAC062FADE24}" destId="{1A8A5DE1-D52E-45AA-B285-AF9D3C534AA6}" srcOrd="0" destOrd="0" presId="urn:microsoft.com/office/officeart/2008/layout/LinedList"/>
    <dgm:cxn modelId="{5FF5DF0C-B506-47CF-96E1-EA6220D0078C}" type="presOf" srcId="{6E049FB3-DA77-4F15-B487-E53CD71F9FC4}" destId="{D3EA9D8E-6A67-4AA0-B1CF-F2921769DF42}" srcOrd="0" destOrd="0" presId="urn:microsoft.com/office/officeart/2008/layout/LinedList"/>
    <dgm:cxn modelId="{8282E728-C466-46B7-A68C-DEC8CE08A035}" srcId="{E81C7E58-2903-4B57-892C-20A9D86337E5}" destId="{6E049FB3-DA77-4F15-B487-E53CD71F9FC4}" srcOrd="3" destOrd="0" parTransId="{D86A906F-44F9-4739-B187-1B157C2829D2}" sibTransId="{68018D9D-9856-474D-9A70-3BF1F08094C5}"/>
    <dgm:cxn modelId="{10D83D29-F017-4185-9F1A-30D67A361223}" srcId="{E81C7E58-2903-4B57-892C-20A9D86337E5}" destId="{5DB363E0-D86B-4B6E-9688-4DD45BB45528}" srcOrd="1" destOrd="0" parTransId="{0D9D3324-5AA7-4DEF-9432-426D60290517}" sibTransId="{8C9096C2-472A-4C1B-8C8A-B39C7B3BB2B5}"/>
    <dgm:cxn modelId="{9199F035-D4B7-462B-865F-FCA5DF23EB0A}" srcId="{DFEC4206-7772-4E11-A709-96CDD6FF9D77}" destId="{E81C7E58-2903-4B57-892C-20A9D86337E5}" srcOrd="0" destOrd="0" parTransId="{C9F1C238-8FE4-4FC2-A278-F4D69703CAEF}" sibTransId="{A635ABBE-A178-4861-A9F5-3C728F56D377}"/>
    <dgm:cxn modelId="{4734C376-FF0F-4538-8903-E989E2410A93}" type="presOf" srcId="{6C5724B7-696C-4D82-B396-90CBE44E7390}" destId="{464FA922-9E44-4F66-8476-5ADC284D3213}" srcOrd="0" destOrd="0" presId="urn:microsoft.com/office/officeart/2008/layout/LinedList"/>
    <dgm:cxn modelId="{C46E9F7B-17D4-4C37-B0C5-06099CFC271D}" type="presOf" srcId="{F0620CBE-2EDC-4D32-9C66-73F296F073BF}" destId="{99801F33-840B-4C2E-B313-FDE39C3E921B}" srcOrd="0" destOrd="0" presId="urn:microsoft.com/office/officeart/2008/layout/LinedList"/>
    <dgm:cxn modelId="{B7103384-A17B-4D38-AAA8-9F3A5CBE4EDA}" srcId="{E81C7E58-2903-4B57-892C-20A9D86337E5}" destId="{6C5724B7-696C-4D82-B396-90CBE44E7390}" srcOrd="0" destOrd="0" parTransId="{839FA76E-7076-4228-B87F-C2CAE9377754}" sibTransId="{E6CCEB7D-7280-4335-B2D6-24FCE3714EF5}"/>
    <dgm:cxn modelId="{16946785-9FB1-4D05-AA04-D2C8074777A2}" srcId="{E81C7E58-2903-4B57-892C-20A9D86337E5}" destId="{F0620CBE-2EDC-4D32-9C66-73F296F073BF}" srcOrd="4" destOrd="0" parTransId="{CDB11A99-C287-4B1B-995E-EE5D75A66B25}" sibTransId="{182F2872-4FCE-493C-BB0A-70CC431E577C}"/>
    <dgm:cxn modelId="{EECA988F-0C91-408E-AB25-E597C04FC557}" type="presOf" srcId="{5DB363E0-D86B-4B6E-9688-4DD45BB45528}" destId="{F9EECB36-B40B-4447-8962-D681DD734F69}" srcOrd="0" destOrd="0" presId="urn:microsoft.com/office/officeart/2008/layout/LinedList"/>
    <dgm:cxn modelId="{78924EA2-2B7C-4EE8-A123-F75AC530E383}" type="presOf" srcId="{DFEC4206-7772-4E11-A709-96CDD6FF9D77}" destId="{D3F13240-BDA5-491B-9924-77C41B81DFF5}" srcOrd="0" destOrd="0" presId="urn:microsoft.com/office/officeart/2008/layout/LinedList"/>
    <dgm:cxn modelId="{559338BE-71FD-4C41-994C-A3AAED6183BF}" type="presOf" srcId="{E81C7E58-2903-4B57-892C-20A9D86337E5}" destId="{7463A179-DADF-498C-89D2-1901D172712E}" srcOrd="0" destOrd="0" presId="urn:microsoft.com/office/officeart/2008/layout/LinedList"/>
    <dgm:cxn modelId="{16F293CF-B20E-4B15-BB1D-D89F670D67EC}" srcId="{E81C7E58-2903-4B57-892C-20A9D86337E5}" destId="{EA67F5C8-8FB7-4F9B-89B0-CAC062FADE24}" srcOrd="2" destOrd="0" parTransId="{639F3B80-4800-4947-9206-064115A49E8A}" sibTransId="{B151F0E1-373E-48E8-974A-E4B7E72A6184}"/>
    <dgm:cxn modelId="{C26864B9-5E2D-4491-B79C-FFC0BC2B926D}" type="presParOf" srcId="{D3F13240-BDA5-491B-9924-77C41B81DFF5}" destId="{D0A11500-0F29-4D68-AF4F-04AD7F2241D1}" srcOrd="0" destOrd="0" presId="urn:microsoft.com/office/officeart/2008/layout/LinedList"/>
    <dgm:cxn modelId="{D29036D2-9F10-4EE2-8287-C6A6E6FB5C70}" type="presParOf" srcId="{D3F13240-BDA5-491B-9924-77C41B81DFF5}" destId="{AEF81F29-0796-498D-A8BB-FDB78DC10880}" srcOrd="1" destOrd="0" presId="urn:microsoft.com/office/officeart/2008/layout/LinedList"/>
    <dgm:cxn modelId="{1E27B029-F084-4330-B403-8AB13BAC30B2}" type="presParOf" srcId="{AEF81F29-0796-498D-A8BB-FDB78DC10880}" destId="{7463A179-DADF-498C-89D2-1901D172712E}" srcOrd="0" destOrd="0" presId="urn:microsoft.com/office/officeart/2008/layout/LinedList"/>
    <dgm:cxn modelId="{3C102D00-402E-4DC3-9C69-88DCB6B4B4F8}" type="presParOf" srcId="{AEF81F29-0796-498D-A8BB-FDB78DC10880}" destId="{2016BE53-79D2-4440-BB47-857383116913}" srcOrd="1" destOrd="0" presId="urn:microsoft.com/office/officeart/2008/layout/LinedList"/>
    <dgm:cxn modelId="{A7F5A74E-B263-4A17-9AD1-2DEEEDFA8E91}" type="presParOf" srcId="{2016BE53-79D2-4440-BB47-857383116913}" destId="{5E24BB14-4158-46BC-A937-DCB8EAAB8C07}" srcOrd="0" destOrd="0" presId="urn:microsoft.com/office/officeart/2008/layout/LinedList"/>
    <dgm:cxn modelId="{6D6164A8-449F-4460-9BBB-EB28EF7DABB6}" type="presParOf" srcId="{2016BE53-79D2-4440-BB47-857383116913}" destId="{C21E5A67-14C7-4BC8-8824-90DEA3539E65}" srcOrd="1" destOrd="0" presId="urn:microsoft.com/office/officeart/2008/layout/LinedList"/>
    <dgm:cxn modelId="{575FBB1E-33D9-4B42-85FE-AA98BC8D9C5B}" type="presParOf" srcId="{C21E5A67-14C7-4BC8-8824-90DEA3539E65}" destId="{3A894859-0C6E-4104-9ED7-F93DCE5D2696}" srcOrd="0" destOrd="0" presId="urn:microsoft.com/office/officeart/2008/layout/LinedList"/>
    <dgm:cxn modelId="{5B0DEC6A-1A45-4D77-8B12-70624E38DF8B}" type="presParOf" srcId="{C21E5A67-14C7-4BC8-8824-90DEA3539E65}" destId="{464FA922-9E44-4F66-8476-5ADC284D3213}" srcOrd="1" destOrd="0" presId="urn:microsoft.com/office/officeart/2008/layout/LinedList"/>
    <dgm:cxn modelId="{37DDFB7B-1929-47BA-B7E9-8EF0F11BFF1D}" type="presParOf" srcId="{C21E5A67-14C7-4BC8-8824-90DEA3539E65}" destId="{73B0B35E-3B86-469C-A7E2-FB370DE9D50D}" srcOrd="2" destOrd="0" presId="urn:microsoft.com/office/officeart/2008/layout/LinedList"/>
    <dgm:cxn modelId="{A888DE5B-7420-4F44-B9B3-C5D5BEAC94F8}" type="presParOf" srcId="{2016BE53-79D2-4440-BB47-857383116913}" destId="{1CF2A7BE-6984-4E30-8634-441056688B5D}" srcOrd="2" destOrd="0" presId="urn:microsoft.com/office/officeart/2008/layout/LinedList"/>
    <dgm:cxn modelId="{0E3A864E-5AD4-400B-98CD-36322194E2A5}" type="presParOf" srcId="{2016BE53-79D2-4440-BB47-857383116913}" destId="{059AA883-BF13-4D89-BE43-65FFA437DDAC}" srcOrd="3" destOrd="0" presId="urn:microsoft.com/office/officeart/2008/layout/LinedList"/>
    <dgm:cxn modelId="{D6470C31-801B-49A4-ABA1-7D4D4861138C}" type="presParOf" srcId="{2016BE53-79D2-4440-BB47-857383116913}" destId="{44B8926E-EBE1-4431-989D-930FAA14CC50}" srcOrd="4" destOrd="0" presId="urn:microsoft.com/office/officeart/2008/layout/LinedList"/>
    <dgm:cxn modelId="{38FE1671-4621-4152-AF03-4F9138376987}" type="presParOf" srcId="{44B8926E-EBE1-4431-989D-930FAA14CC50}" destId="{196655E5-E19F-469A-ADE2-E6723D6E8136}" srcOrd="0" destOrd="0" presId="urn:microsoft.com/office/officeart/2008/layout/LinedList"/>
    <dgm:cxn modelId="{620953B9-9036-4B59-913B-56BA10D2443C}" type="presParOf" srcId="{44B8926E-EBE1-4431-989D-930FAA14CC50}" destId="{F9EECB36-B40B-4447-8962-D681DD734F69}" srcOrd="1" destOrd="0" presId="urn:microsoft.com/office/officeart/2008/layout/LinedList"/>
    <dgm:cxn modelId="{7F495FFF-2BD1-45EA-ADF0-D398ED54B2F6}" type="presParOf" srcId="{44B8926E-EBE1-4431-989D-930FAA14CC50}" destId="{0C9F260D-9588-4715-8273-604B4D01D2DF}" srcOrd="2" destOrd="0" presId="urn:microsoft.com/office/officeart/2008/layout/LinedList"/>
    <dgm:cxn modelId="{A4E749D8-B946-4E1D-B05F-21F978B6CC75}" type="presParOf" srcId="{2016BE53-79D2-4440-BB47-857383116913}" destId="{3D7669D3-79A9-4222-BAFA-ED5B18B00D29}" srcOrd="5" destOrd="0" presId="urn:microsoft.com/office/officeart/2008/layout/LinedList"/>
    <dgm:cxn modelId="{F063A3DA-EB0F-4CF6-A3A9-DD96A59428CB}" type="presParOf" srcId="{2016BE53-79D2-4440-BB47-857383116913}" destId="{E26478C4-E459-4474-A785-1996AF37C08D}" srcOrd="6" destOrd="0" presId="urn:microsoft.com/office/officeart/2008/layout/LinedList"/>
    <dgm:cxn modelId="{40BB830A-5F26-416E-BB75-4AFC2B91A4B9}" type="presParOf" srcId="{2016BE53-79D2-4440-BB47-857383116913}" destId="{F042BCD2-6B76-400C-B8B7-CF3A6FF62009}" srcOrd="7" destOrd="0" presId="urn:microsoft.com/office/officeart/2008/layout/LinedList"/>
    <dgm:cxn modelId="{7E242C37-53B5-4E5C-84CC-8D803282C189}" type="presParOf" srcId="{F042BCD2-6B76-400C-B8B7-CF3A6FF62009}" destId="{2485529F-0454-4267-9534-3BF97FC2D40D}" srcOrd="0" destOrd="0" presId="urn:microsoft.com/office/officeart/2008/layout/LinedList"/>
    <dgm:cxn modelId="{8E5A8223-D3E8-4088-868B-AB009E3E01E0}" type="presParOf" srcId="{F042BCD2-6B76-400C-B8B7-CF3A6FF62009}" destId="{1A8A5DE1-D52E-45AA-B285-AF9D3C534AA6}" srcOrd="1" destOrd="0" presId="urn:microsoft.com/office/officeart/2008/layout/LinedList"/>
    <dgm:cxn modelId="{EA72C410-7BE0-4370-A4A0-183DDC3E290F}" type="presParOf" srcId="{F042BCD2-6B76-400C-B8B7-CF3A6FF62009}" destId="{1DEF427A-53EB-4225-B2D2-23CD2DDBE5F8}" srcOrd="2" destOrd="0" presId="urn:microsoft.com/office/officeart/2008/layout/LinedList"/>
    <dgm:cxn modelId="{9D145527-93FD-4091-901F-76954B0F503C}" type="presParOf" srcId="{2016BE53-79D2-4440-BB47-857383116913}" destId="{0B7125C5-FE80-4DD9-A0D8-16EB689A5E4B}" srcOrd="8" destOrd="0" presId="urn:microsoft.com/office/officeart/2008/layout/LinedList"/>
    <dgm:cxn modelId="{4F6D077C-4C14-43EB-8F81-2DB8E57373F7}" type="presParOf" srcId="{2016BE53-79D2-4440-BB47-857383116913}" destId="{A304F9DF-681F-4975-986E-E8C01ABAC95E}" srcOrd="9" destOrd="0" presId="urn:microsoft.com/office/officeart/2008/layout/LinedList"/>
    <dgm:cxn modelId="{7147FA48-238C-4DE9-AF70-B710C5444764}" type="presParOf" srcId="{2016BE53-79D2-4440-BB47-857383116913}" destId="{BAFAD93C-F146-4F61-A71D-5CEAE2F2A2B2}" srcOrd="10" destOrd="0" presId="urn:microsoft.com/office/officeart/2008/layout/LinedList"/>
    <dgm:cxn modelId="{F59DEBDE-E136-41C9-9279-94AF614D96D9}" type="presParOf" srcId="{BAFAD93C-F146-4F61-A71D-5CEAE2F2A2B2}" destId="{EAEDDC6B-F70B-41A4-95B7-C988BAF085C5}" srcOrd="0" destOrd="0" presId="urn:microsoft.com/office/officeart/2008/layout/LinedList"/>
    <dgm:cxn modelId="{31F0A2CC-C32E-4E6F-B5A5-A3E767C22436}" type="presParOf" srcId="{BAFAD93C-F146-4F61-A71D-5CEAE2F2A2B2}" destId="{D3EA9D8E-6A67-4AA0-B1CF-F2921769DF42}" srcOrd="1" destOrd="0" presId="urn:microsoft.com/office/officeart/2008/layout/LinedList"/>
    <dgm:cxn modelId="{6AE1EC26-E6D7-44C3-A7A0-5672BB4C05F3}" type="presParOf" srcId="{BAFAD93C-F146-4F61-A71D-5CEAE2F2A2B2}" destId="{9B560667-F319-42C2-B1C8-AA8FE42C9E97}" srcOrd="2" destOrd="0" presId="urn:microsoft.com/office/officeart/2008/layout/LinedList"/>
    <dgm:cxn modelId="{FC86663B-2D0E-41F3-8A63-E13B01015102}" type="presParOf" srcId="{2016BE53-79D2-4440-BB47-857383116913}" destId="{E7E68CDC-0759-4216-A66F-E70A25DE7690}" srcOrd="11" destOrd="0" presId="urn:microsoft.com/office/officeart/2008/layout/LinedList"/>
    <dgm:cxn modelId="{751FF2BE-9F84-4BB7-981A-8832A099A72D}" type="presParOf" srcId="{2016BE53-79D2-4440-BB47-857383116913}" destId="{4870EBC8-B536-4119-BF4E-B9F0DEF32FAF}" srcOrd="12" destOrd="0" presId="urn:microsoft.com/office/officeart/2008/layout/LinedList"/>
    <dgm:cxn modelId="{C9403743-38FD-426F-B0D3-7063538036D7}" type="presParOf" srcId="{2016BE53-79D2-4440-BB47-857383116913}" destId="{47A9AC2D-7698-49A5-980C-8681E6A2E843}" srcOrd="13" destOrd="0" presId="urn:microsoft.com/office/officeart/2008/layout/LinedList"/>
    <dgm:cxn modelId="{16D9E27A-BE84-4E46-A768-1CFD055A8010}" type="presParOf" srcId="{47A9AC2D-7698-49A5-980C-8681E6A2E843}" destId="{D506B810-297D-43C1-9942-065065EA7BE2}" srcOrd="0" destOrd="0" presId="urn:microsoft.com/office/officeart/2008/layout/LinedList"/>
    <dgm:cxn modelId="{5EC57CBC-6DF6-49F5-9CFB-1DCA551966B4}" type="presParOf" srcId="{47A9AC2D-7698-49A5-980C-8681E6A2E843}" destId="{99801F33-840B-4C2E-B313-FDE39C3E921B}" srcOrd="1" destOrd="0" presId="urn:microsoft.com/office/officeart/2008/layout/LinedList"/>
    <dgm:cxn modelId="{0A911A51-FCF8-4292-9AA5-3749AC892A57}" type="presParOf" srcId="{47A9AC2D-7698-49A5-980C-8681E6A2E843}" destId="{90431227-0121-4526-9CC2-35ECB0AD305B}" srcOrd="2" destOrd="0" presId="urn:microsoft.com/office/officeart/2008/layout/LinedList"/>
    <dgm:cxn modelId="{81B69CB9-E663-4840-8E6C-34B63BAE6102}" type="presParOf" srcId="{2016BE53-79D2-4440-BB47-857383116913}" destId="{E0A8E4DC-225B-4B76-8C15-91BF5A14F7D8}" srcOrd="14" destOrd="0" presId="urn:microsoft.com/office/officeart/2008/layout/LinedList"/>
    <dgm:cxn modelId="{924D8506-0EA1-4629-B861-E752F5C0A95E}" type="presParOf" srcId="{2016BE53-79D2-4440-BB47-857383116913}" destId="{E154A070-B8DA-4A37-92EE-328FDE665079}" srcOrd="15"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2F1FA65-C12B-4C2D-AD96-8A953C55B847}" type="doc">
      <dgm:prSet loTypeId="urn:microsoft.com/office/officeart/2018/5/layout/IconCircleLabelList" loCatId="icon" qsTypeId="urn:microsoft.com/office/officeart/2005/8/quickstyle/simple1" qsCatId="simple" csTypeId="urn:microsoft.com/office/officeart/2018/5/colors/Iconchunking_neutralicon_colorful2" csCatId="colorful" phldr="1"/>
      <dgm:spPr/>
      <dgm:t>
        <a:bodyPr/>
        <a:lstStyle/>
        <a:p>
          <a:endParaRPr lang="en-US"/>
        </a:p>
      </dgm:t>
    </dgm:pt>
    <dgm:pt modelId="{1D2EB4A5-ADD5-4828-9C20-69BF6821607B}">
      <dgm:prSet/>
      <dgm:spPr/>
      <dgm:t>
        <a:bodyPr/>
        <a:lstStyle/>
        <a:p>
          <a:pPr>
            <a:defRPr cap="all"/>
          </a:pPr>
          <a:r>
            <a:rPr lang="en-GB" dirty="0">
              <a:latin typeface="Bahnschrift SemiBold Condensed" panose="020B0502040204020203" pitchFamily="34" charset="0"/>
            </a:rPr>
            <a:t>Prototype programming </a:t>
          </a:r>
          <a:endParaRPr lang="en-US" dirty="0">
            <a:latin typeface="Bahnschrift SemiBold Condensed" panose="020B0502040204020203" pitchFamily="34" charset="0"/>
          </a:endParaRPr>
        </a:p>
      </dgm:t>
    </dgm:pt>
    <dgm:pt modelId="{C1B8908B-62ED-44FD-B5CB-C492F5EA798A}" type="parTrans" cxnId="{5461509C-D19D-4B36-981B-9F7135411F55}">
      <dgm:prSet/>
      <dgm:spPr/>
      <dgm:t>
        <a:bodyPr/>
        <a:lstStyle/>
        <a:p>
          <a:endParaRPr lang="en-US"/>
        </a:p>
      </dgm:t>
    </dgm:pt>
    <dgm:pt modelId="{9CD57C5B-03D3-4FC6-B580-45AE642CF501}" type="sibTrans" cxnId="{5461509C-D19D-4B36-981B-9F7135411F55}">
      <dgm:prSet/>
      <dgm:spPr/>
      <dgm:t>
        <a:bodyPr/>
        <a:lstStyle/>
        <a:p>
          <a:endParaRPr lang="en-US"/>
        </a:p>
      </dgm:t>
    </dgm:pt>
    <dgm:pt modelId="{6E6894DC-F1D9-42C3-8624-E86A89ECDD82}">
      <dgm:prSet/>
      <dgm:spPr/>
      <dgm:t>
        <a:bodyPr/>
        <a:lstStyle/>
        <a:p>
          <a:pPr>
            <a:defRPr cap="all"/>
          </a:pPr>
          <a:r>
            <a:rPr lang="en-GB" dirty="0">
              <a:latin typeface="Bahnschrift SemiBold Condensed" panose="020B0502040204020203" pitchFamily="34" charset="0"/>
            </a:rPr>
            <a:t>Cryptography Architecture Research (AES-GCM)</a:t>
          </a:r>
          <a:endParaRPr lang="en-US" dirty="0">
            <a:latin typeface="Bahnschrift SemiBold Condensed" panose="020B0502040204020203" pitchFamily="34" charset="0"/>
          </a:endParaRPr>
        </a:p>
      </dgm:t>
    </dgm:pt>
    <dgm:pt modelId="{1A644423-C0DF-45CE-80A4-9447FC5792E6}" type="parTrans" cxnId="{8A2E62F0-2BE5-4140-B2FE-20495D78EBBA}">
      <dgm:prSet/>
      <dgm:spPr/>
      <dgm:t>
        <a:bodyPr/>
        <a:lstStyle/>
        <a:p>
          <a:endParaRPr lang="en-US"/>
        </a:p>
      </dgm:t>
    </dgm:pt>
    <dgm:pt modelId="{24CDE04E-4049-47C9-A0D0-F0A0809C707A}" type="sibTrans" cxnId="{8A2E62F0-2BE5-4140-B2FE-20495D78EBBA}">
      <dgm:prSet/>
      <dgm:spPr/>
      <dgm:t>
        <a:bodyPr/>
        <a:lstStyle/>
        <a:p>
          <a:endParaRPr lang="en-US"/>
        </a:p>
      </dgm:t>
    </dgm:pt>
    <dgm:pt modelId="{851F7C21-29E8-4F6E-BF29-8ACE26512890}" type="pres">
      <dgm:prSet presAssocID="{C2F1FA65-C12B-4C2D-AD96-8A953C55B847}" presName="root" presStyleCnt="0">
        <dgm:presLayoutVars>
          <dgm:dir/>
          <dgm:resizeHandles val="exact"/>
        </dgm:presLayoutVars>
      </dgm:prSet>
      <dgm:spPr/>
    </dgm:pt>
    <dgm:pt modelId="{A977518C-59F9-41F5-80CB-538CA5EDB082}" type="pres">
      <dgm:prSet presAssocID="{1D2EB4A5-ADD5-4828-9C20-69BF6821607B}" presName="compNode" presStyleCnt="0"/>
      <dgm:spPr/>
    </dgm:pt>
    <dgm:pt modelId="{FCE7B415-44B4-423E-A7B3-BD485457524E}" type="pres">
      <dgm:prSet presAssocID="{1D2EB4A5-ADD5-4828-9C20-69BF6821607B}" presName="iconBgRect" presStyleLbl="bgShp" presStyleIdx="0" presStyleCnt="2"/>
      <dgm:spPr/>
    </dgm:pt>
    <dgm:pt modelId="{5A5B73C7-81DC-4BC2-B938-58AACCEB08F8}" type="pres">
      <dgm:prSet presAssocID="{1D2EB4A5-ADD5-4828-9C20-69BF6821607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3A8F7334-3D40-4195-A42F-A5FBEF7B8E04}" type="pres">
      <dgm:prSet presAssocID="{1D2EB4A5-ADD5-4828-9C20-69BF6821607B}" presName="spaceRect" presStyleCnt="0"/>
      <dgm:spPr/>
    </dgm:pt>
    <dgm:pt modelId="{828DA719-E986-40BD-B059-5BD6CD5702AE}" type="pres">
      <dgm:prSet presAssocID="{1D2EB4A5-ADD5-4828-9C20-69BF6821607B}" presName="textRect" presStyleLbl="revTx" presStyleIdx="0" presStyleCnt="2">
        <dgm:presLayoutVars>
          <dgm:chMax val="1"/>
          <dgm:chPref val="1"/>
        </dgm:presLayoutVars>
      </dgm:prSet>
      <dgm:spPr/>
    </dgm:pt>
    <dgm:pt modelId="{3E8A1BAF-1CD4-4866-8A73-247EE423A3DB}" type="pres">
      <dgm:prSet presAssocID="{9CD57C5B-03D3-4FC6-B580-45AE642CF501}" presName="sibTrans" presStyleCnt="0"/>
      <dgm:spPr/>
    </dgm:pt>
    <dgm:pt modelId="{E3A85A6A-CBD0-4EFE-BD1B-7A0A4947994E}" type="pres">
      <dgm:prSet presAssocID="{6E6894DC-F1D9-42C3-8624-E86A89ECDD82}" presName="compNode" presStyleCnt="0"/>
      <dgm:spPr/>
    </dgm:pt>
    <dgm:pt modelId="{0C07688F-D1D5-4377-BC6E-88192007A9D5}" type="pres">
      <dgm:prSet presAssocID="{6E6894DC-F1D9-42C3-8624-E86A89ECDD82}" presName="iconBgRect" presStyleLbl="bgShp" presStyleIdx="1" presStyleCnt="2"/>
      <dgm:spPr/>
    </dgm:pt>
    <dgm:pt modelId="{56652BF7-FC74-4D03-8B84-8DE465723FB2}" type="pres">
      <dgm:prSet presAssocID="{6E6894DC-F1D9-42C3-8624-E86A89ECDD8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ey"/>
        </a:ext>
      </dgm:extLst>
    </dgm:pt>
    <dgm:pt modelId="{3E01762A-BA18-4E38-972B-1A8ED571462F}" type="pres">
      <dgm:prSet presAssocID="{6E6894DC-F1D9-42C3-8624-E86A89ECDD82}" presName="spaceRect" presStyleCnt="0"/>
      <dgm:spPr/>
    </dgm:pt>
    <dgm:pt modelId="{51EAC7CA-1683-4C4B-82BD-8F870D4E022A}" type="pres">
      <dgm:prSet presAssocID="{6E6894DC-F1D9-42C3-8624-E86A89ECDD82}" presName="textRect" presStyleLbl="revTx" presStyleIdx="1" presStyleCnt="2">
        <dgm:presLayoutVars>
          <dgm:chMax val="1"/>
          <dgm:chPref val="1"/>
        </dgm:presLayoutVars>
      </dgm:prSet>
      <dgm:spPr/>
    </dgm:pt>
  </dgm:ptLst>
  <dgm:cxnLst>
    <dgm:cxn modelId="{AEA5FE0A-4615-452E-A236-53DBE25848B5}" type="presOf" srcId="{6E6894DC-F1D9-42C3-8624-E86A89ECDD82}" destId="{51EAC7CA-1683-4C4B-82BD-8F870D4E022A}" srcOrd="0" destOrd="0" presId="urn:microsoft.com/office/officeart/2018/5/layout/IconCircleLabelList"/>
    <dgm:cxn modelId="{0B41A761-4842-40A7-A238-ACD77EA29B86}" type="presOf" srcId="{1D2EB4A5-ADD5-4828-9C20-69BF6821607B}" destId="{828DA719-E986-40BD-B059-5BD6CD5702AE}" srcOrd="0" destOrd="0" presId="urn:microsoft.com/office/officeart/2018/5/layout/IconCircleLabelList"/>
    <dgm:cxn modelId="{5461509C-D19D-4B36-981B-9F7135411F55}" srcId="{C2F1FA65-C12B-4C2D-AD96-8A953C55B847}" destId="{1D2EB4A5-ADD5-4828-9C20-69BF6821607B}" srcOrd="0" destOrd="0" parTransId="{C1B8908B-62ED-44FD-B5CB-C492F5EA798A}" sibTransId="{9CD57C5B-03D3-4FC6-B580-45AE642CF501}"/>
    <dgm:cxn modelId="{CCFDFBA6-19BB-4276-B8E9-B6DD0A0B34ED}" type="presOf" srcId="{C2F1FA65-C12B-4C2D-AD96-8A953C55B847}" destId="{851F7C21-29E8-4F6E-BF29-8ACE26512890}" srcOrd="0" destOrd="0" presId="urn:microsoft.com/office/officeart/2018/5/layout/IconCircleLabelList"/>
    <dgm:cxn modelId="{8A2E62F0-2BE5-4140-B2FE-20495D78EBBA}" srcId="{C2F1FA65-C12B-4C2D-AD96-8A953C55B847}" destId="{6E6894DC-F1D9-42C3-8624-E86A89ECDD82}" srcOrd="1" destOrd="0" parTransId="{1A644423-C0DF-45CE-80A4-9447FC5792E6}" sibTransId="{24CDE04E-4049-47C9-A0D0-F0A0809C707A}"/>
    <dgm:cxn modelId="{9ADB825F-1AE5-4921-AEFD-CAF35B09D454}" type="presParOf" srcId="{851F7C21-29E8-4F6E-BF29-8ACE26512890}" destId="{A977518C-59F9-41F5-80CB-538CA5EDB082}" srcOrd="0" destOrd="0" presId="urn:microsoft.com/office/officeart/2018/5/layout/IconCircleLabelList"/>
    <dgm:cxn modelId="{DBF88C24-4A4F-45D0-A7B7-78F8B5294D86}" type="presParOf" srcId="{A977518C-59F9-41F5-80CB-538CA5EDB082}" destId="{FCE7B415-44B4-423E-A7B3-BD485457524E}" srcOrd="0" destOrd="0" presId="urn:microsoft.com/office/officeart/2018/5/layout/IconCircleLabelList"/>
    <dgm:cxn modelId="{5D4BA87B-3F8A-4771-9E86-E305A0DB23A1}" type="presParOf" srcId="{A977518C-59F9-41F5-80CB-538CA5EDB082}" destId="{5A5B73C7-81DC-4BC2-B938-58AACCEB08F8}" srcOrd="1" destOrd="0" presId="urn:microsoft.com/office/officeart/2018/5/layout/IconCircleLabelList"/>
    <dgm:cxn modelId="{7300FB01-BA58-4744-8486-635FCFB3E6A8}" type="presParOf" srcId="{A977518C-59F9-41F5-80CB-538CA5EDB082}" destId="{3A8F7334-3D40-4195-A42F-A5FBEF7B8E04}" srcOrd="2" destOrd="0" presId="urn:microsoft.com/office/officeart/2018/5/layout/IconCircleLabelList"/>
    <dgm:cxn modelId="{33571538-E06F-485A-BA6E-F8BA1666A59C}" type="presParOf" srcId="{A977518C-59F9-41F5-80CB-538CA5EDB082}" destId="{828DA719-E986-40BD-B059-5BD6CD5702AE}" srcOrd="3" destOrd="0" presId="urn:microsoft.com/office/officeart/2018/5/layout/IconCircleLabelList"/>
    <dgm:cxn modelId="{B85F8995-2C63-41B2-9477-FF39B9D7BF77}" type="presParOf" srcId="{851F7C21-29E8-4F6E-BF29-8ACE26512890}" destId="{3E8A1BAF-1CD4-4866-8A73-247EE423A3DB}" srcOrd="1" destOrd="0" presId="urn:microsoft.com/office/officeart/2018/5/layout/IconCircleLabelList"/>
    <dgm:cxn modelId="{2C08C251-9D0A-42A8-BF79-612A50842644}" type="presParOf" srcId="{851F7C21-29E8-4F6E-BF29-8ACE26512890}" destId="{E3A85A6A-CBD0-4EFE-BD1B-7A0A4947994E}" srcOrd="2" destOrd="0" presId="urn:microsoft.com/office/officeart/2018/5/layout/IconCircleLabelList"/>
    <dgm:cxn modelId="{E53397B1-BEA1-4BFE-8B80-A3E4663CFFFA}" type="presParOf" srcId="{E3A85A6A-CBD0-4EFE-BD1B-7A0A4947994E}" destId="{0C07688F-D1D5-4377-BC6E-88192007A9D5}" srcOrd="0" destOrd="0" presId="urn:microsoft.com/office/officeart/2018/5/layout/IconCircleLabelList"/>
    <dgm:cxn modelId="{48D9A66E-8445-440B-ABB1-8D9AEEF11BEF}" type="presParOf" srcId="{E3A85A6A-CBD0-4EFE-BD1B-7A0A4947994E}" destId="{56652BF7-FC74-4D03-8B84-8DE465723FB2}" srcOrd="1" destOrd="0" presId="urn:microsoft.com/office/officeart/2018/5/layout/IconCircleLabelList"/>
    <dgm:cxn modelId="{8C994897-436F-43CE-80C4-EE4E7D9F977B}" type="presParOf" srcId="{E3A85A6A-CBD0-4EFE-BD1B-7A0A4947994E}" destId="{3E01762A-BA18-4E38-972B-1A8ED571462F}" srcOrd="2" destOrd="0" presId="urn:microsoft.com/office/officeart/2018/5/layout/IconCircleLabelList"/>
    <dgm:cxn modelId="{DF4F8EC6-1C5F-40F5-B998-57A7090D2CF8}" type="presParOf" srcId="{E3A85A6A-CBD0-4EFE-BD1B-7A0A4947994E}" destId="{51EAC7CA-1683-4C4B-82BD-8F870D4E022A}"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D545A-71F9-4121-879E-06E7BAF92A36}">
      <dsp:nvSpPr>
        <dsp:cNvPr id="0" name=""/>
        <dsp:cNvSpPr/>
      </dsp:nvSpPr>
      <dsp:spPr>
        <a:xfrm>
          <a:off x="1896883" y="5579"/>
          <a:ext cx="2161687" cy="216168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DE66F5-9005-445F-89DD-FFAEFED68A23}">
      <dsp:nvSpPr>
        <dsp:cNvPr id="0" name=""/>
        <dsp:cNvSpPr/>
      </dsp:nvSpPr>
      <dsp:spPr>
        <a:xfrm>
          <a:off x="2357570" y="466267"/>
          <a:ext cx="1240312" cy="12403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0FF253-05DF-45A3-848D-C1A8AEDC1B3D}">
      <dsp:nvSpPr>
        <dsp:cNvPr id="0" name=""/>
        <dsp:cNvSpPr/>
      </dsp:nvSpPr>
      <dsp:spPr>
        <a:xfrm>
          <a:off x="1205851" y="2840580"/>
          <a:ext cx="354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90000"/>
            </a:lnSpc>
            <a:spcBef>
              <a:spcPct val="0"/>
            </a:spcBef>
            <a:spcAft>
              <a:spcPct val="35000"/>
            </a:spcAft>
            <a:buNone/>
            <a:defRPr cap="all"/>
          </a:pPr>
          <a:r>
            <a:rPr lang="en-US" sz="3100" kern="1200"/>
            <a:t>Project Initiation</a:t>
          </a:r>
        </a:p>
      </dsp:txBody>
      <dsp:txXfrm>
        <a:off x="1205851" y="2840580"/>
        <a:ext cx="3543750" cy="720000"/>
      </dsp:txXfrm>
    </dsp:sp>
    <dsp:sp modelId="{A494D7FA-9C27-4513-88A3-46C8C72CF896}">
      <dsp:nvSpPr>
        <dsp:cNvPr id="0" name=""/>
        <dsp:cNvSpPr/>
      </dsp:nvSpPr>
      <dsp:spPr>
        <a:xfrm>
          <a:off x="6060789" y="5579"/>
          <a:ext cx="2161687" cy="216168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FCDB5A-B183-47FF-9A61-4AC5794DBCB9}">
      <dsp:nvSpPr>
        <dsp:cNvPr id="0" name=""/>
        <dsp:cNvSpPr/>
      </dsp:nvSpPr>
      <dsp:spPr>
        <a:xfrm>
          <a:off x="6521476" y="466267"/>
          <a:ext cx="1240312" cy="12403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D64C7A-3596-4891-A965-AA812E0DA7DB}">
      <dsp:nvSpPr>
        <dsp:cNvPr id="0" name=""/>
        <dsp:cNvSpPr/>
      </dsp:nvSpPr>
      <dsp:spPr>
        <a:xfrm>
          <a:off x="5369758" y="2840580"/>
          <a:ext cx="354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90000"/>
            </a:lnSpc>
            <a:spcBef>
              <a:spcPct val="0"/>
            </a:spcBef>
            <a:spcAft>
              <a:spcPct val="35000"/>
            </a:spcAft>
            <a:buNone/>
            <a:defRPr cap="all"/>
          </a:pPr>
          <a:r>
            <a:rPr lang="en-US" sz="3100" kern="1200"/>
            <a:t>Prototype </a:t>
          </a:r>
        </a:p>
      </dsp:txBody>
      <dsp:txXfrm>
        <a:off x="5369758" y="2840580"/>
        <a:ext cx="3543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A41B41-C8A6-4171-9E39-4C02181DBBA3}">
      <dsp:nvSpPr>
        <dsp:cNvPr id="0" name=""/>
        <dsp:cNvSpPr/>
      </dsp:nvSpPr>
      <dsp:spPr>
        <a:xfrm>
          <a:off x="1123535" y="423523"/>
          <a:ext cx="1094485" cy="10944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0ECAF3-4673-48B4-A19C-A4B208847BB8}">
      <dsp:nvSpPr>
        <dsp:cNvPr id="0" name=""/>
        <dsp:cNvSpPr/>
      </dsp:nvSpPr>
      <dsp:spPr>
        <a:xfrm>
          <a:off x="454684" y="2100659"/>
          <a:ext cx="2432188" cy="220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GB" sz="1800" kern="1200">
              <a:latin typeface="Bahnschrift SemiBold Condensed" panose="020B0502040204020203" pitchFamily="34" charset="0"/>
            </a:rPr>
            <a:t>Project Vision Main Points </a:t>
          </a:r>
          <a:endParaRPr lang="en-US" sz="1800" kern="1200">
            <a:latin typeface="Bahnschrift SemiBold Condensed" panose="020B0502040204020203" pitchFamily="34" charset="0"/>
          </a:endParaRPr>
        </a:p>
      </dsp:txBody>
      <dsp:txXfrm>
        <a:off x="454684" y="2100659"/>
        <a:ext cx="2432188" cy="2204296"/>
      </dsp:txXfrm>
    </dsp:sp>
    <dsp:sp modelId="{17E0883A-09FA-4B2D-B608-6C29A46A4E82}">
      <dsp:nvSpPr>
        <dsp:cNvPr id="0" name=""/>
        <dsp:cNvSpPr/>
      </dsp:nvSpPr>
      <dsp:spPr>
        <a:xfrm>
          <a:off x="3981357" y="423523"/>
          <a:ext cx="1094485" cy="10944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5E3424-03D9-4537-BA08-9448736BCC10}">
      <dsp:nvSpPr>
        <dsp:cNvPr id="0" name=""/>
        <dsp:cNvSpPr/>
      </dsp:nvSpPr>
      <dsp:spPr>
        <a:xfrm>
          <a:off x="3312506" y="2100659"/>
          <a:ext cx="2432188" cy="220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GB" sz="1600" kern="1200">
              <a:latin typeface="Bahnschrift SemiBold Condensed" panose="020B0502040204020203" pitchFamily="34" charset="0"/>
            </a:rPr>
            <a:t>Telemetry and biometric data are vulnerable to interception, spoofing, and misuse due to a lack of robust cybersecurity protection in current wearable technologies.</a:t>
          </a:r>
          <a:endParaRPr lang="en-US" sz="1600" kern="1200">
            <a:latin typeface="Bahnschrift SemiBold Condensed" panose="020B0502040204020203" pitchFamily="34" charset="0"/>
          </a:endParaRPr>
        </a:p>
      </dsp:txBody>
      <dsp:txXfrm>
        <a:off x="3312506" y="2100659"/>
        <a:ext cx="2432188" cy="2204296"/>
      </dsp:txXfrm>
    </dsp:sp>
    <dsp:sp modelId="{97CE7250-3919-4223-9799-226DE3AC4602}">
      <dsp:nvSpPr>
        <dsp:cNvPr id="0" name=""/>
        <dsp:cNvSpPr/>
      </dsp:nvSpPr>
      <dsp:spPr>
        <a:xfrm>
          <a:off x="6839179" y="423523"/>
          <a:ext cx="1094485" cy="109448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86CD85-212E-4711-87F7-2E9F0247654E}">
      <dsp:nvSpPr>
        <dsp:cNvPr id="0" name=""/>
        <dsp:cNvSpPr/>
      </dsp:nvSpPr>
      <dsp:spPr>
        <a:xfrm>
          <a:off x="6170328" y="2100659"/>
          <a:ext cx="2432188" cy="220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GB" sz="1600" kern="1200">
              <a:latin typeface="Bahnschrift SemiBold Condensed" panose="020B0502040204020203" pitchFamily="34" charset="0"/>
            </a:rPr>
            <a:t>The aim of this project is to design and implement a secure authentication framework for a wearable telemetry device that ensures data is only transmitted when the device is worn by the legitimate user and is cryptographically protected against attacks. </a:t>
          </a:r>
          <a:endParaRPr lang="en-US" sz="1600" kern="1200">
            <a:latin typeface="Bahnschrift SemiBold Condensed" panose="020B0502040204020203" pitchFamily="34" charset="0"/>
          </a:endParaRPr>
        </a:p>
      </dsp:txBody>
      <dsp:txXfrm>
        <a:off x="6170328" y="2100659"/>
        <a:ext cx="2432188" cy="2204296"/>
      </dsp:txXfrm>
    </dsp:sp>
    <dsp:sp modelId="{104E1C86-F28D-4C03-BBE1-BDDD237D318E}">
      <dsp:nvSpPr>
        <dsp:cNvPr id="0" name=""/>
        <dsp:cNvSpPr/>
      </dsp:nvSpPr>
      <dsp:spPr>
        <a:xfrm>
          <a:off x="9697001" y="423523"/>
          <a:ext cx="1094485" cy="109448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07DA2C-0866-4510-8562-98BA89FD905A}">
      <dsp:nvSpPr>
        <dsp:cNvPr id="0" name=""/>
        <dsp:cNvSpPr/>
      </dsp:nvSpPr>
      <dsp:spPr>
        <a:xfrm>
          <a:off x="9028150" y="2100659"/>
          <a:ext cx="2432188" cy="220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GB" sz="1600" kern="1200">
              <a:latin typeface="Bahnschrift SemiBold Condensed" panose="020B0502040204020203" pitchFamily="34" charset="0"/>
            </a:rPr>
            <a:t>To implement this framework, a prototype will be built using a low-cost microcontroller such as ESP32, and sensors including a heart-rate monitor(PPG), accelerator, temperature sensor and skin-contact detector</a:t>
          </a:r>
          <a:r>
            <a:rPr lang="en-GB" sz="1500" kern="1200"/>
            <a:t>. </a:t>
          </a:r>
          <a:endParaRPr lang="en-US" sz="1500" kern="1200"/>
        </a:p>
      </dsp:txBody>
      <dsp:txXfrm>
        <a:off x="9028150" y="2100659"/>
        <a:ext cx="2432188" cy="22042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A11500-0F29-4D68-AF4F-04AD7F2241D1}">
      <dsp:nvSpPr>
        <dsp:cNvPr id="0" name=""/>
        <dsp:cNvSpPr/>
      </dsp:nvSpPr>
      <dsp:spPr>
        <a:xfrm>
          <a:off x="0" y="0"/>
          <a:ext cx="10058399"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63A179-DADF-498C-89D2-1901D172712E}">
      <dsp:nvSpPr>
        <dsp:cNvPr id="0" name=""/>
        <dsp:cNvSpPr/>
      </dsp:nvSpPr>
      <dsp:spPr>
        <a:xfrm>
          <a:off x="0" y="0"/>
          <a:ext cx="2011680" cy="33239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GB" sz="4000" kern="1200" dirty="0">
              <a:latin typeface="Bahnschrift SemiBold Condensed" panose="020B0502040204020203" pitchFamily="34" charset="0"/>
            </a:rPr>
            <a:t>Hardware:</a:t>
          </a:r>
          <a:endParaRPr lang="en-US" sz="4000" kern="1200" dirty="0">
            <a:latin typeface="Bahnschrift SemiBold Condensed" panose="020B0502040204020203" pitchFamily="34" charset="0"/>
          </a:endParaRPr>
        </a:p>
      </dsp:txBody>
      <dsp:txXfrm>
        <a:off x="0" y="0"/>
        <a:ext cx="2011680" cy="3323987"/>
      </dsp:txXfrm>
    </dsp:sp>
    <dsp:sp modelId="{464FA922-9E44-4F66-8476-5ADC284D3213}">
      <dsp:nvSpPr>
        <dsp:cNvPr id="0" name=""/>
        <dsp:cNvSpPr/>
      </dsp:nvSpPr>
      <dsp:spPr>
        <a:xfrm>
          <a:off x="2162556" y="31324"/>
          <a:ext cx="7895844" cy="626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b="1" kern="1200" dirty="0">
              <a:latin typeface="Bahnschrift SemiBold Condensed" panose="020B0502040204020203" pitchFamily="34" charset="0"/>
            </a:rPr>
            <a:t>Microcontroller	                                </a:t>
          </a:r>
          <a:r>
            <a:rPr lang="en-GB" sz="2900" kern="1200" dirty="0">
              <a:latin typeface="Bahnschrift SemiBold Condensed" panose="020B0502040204020203" pitchFamily="34" charset="0"/>
            </a:rPr>
            <a:t>ESP32 </a:t>
          </a:r>
          <a:endParaRPr lang="en-US" sz="2900" kern="1200" dirty="0">
            <a:latin typeface="Bahnschrift SemiBold Condensed" panose="020B0502040204020203" pitchFamily="34" charset="0"/>
          </a:endParaRPr>
        </a:p>
      </dsp:txBody>
      <dsp:txXfrm>
        <a:off x="2162556" y="31324"/>
        <a:ext cx="7895844" cy="626493"/>
      </dsp:txXfrm>
    </dsp:sp>
    <dsp:sp modelId="{1CF2A7BE-6984-4E30-8634-441056688B5D}">
      <dsp:nvSpPr>
        <dsp:cNvPr id="0" name=""/>
        <dsp:cNvSpPr/>
      </dsp:nvSpPr>
      <dsp:spPr>
        <a:xfrm>
          <a:off x="2011680" y="657818"/>
          <a:ext cx="8046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9EECB36-B40B-4447-8962-D681DD734F69}">
      <dsp:nvSpPr>
        <dsp:cNvPr id="0" name=""/>
        <dsp:cNvSpPr/>
      </dsp:nvSpPr>
      <dsp:spPr>
        <a:xfrm>
          <a:off x="2162556" y="689143"/>
          <a:ext cx="7895844" cy="626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b="1" kern="1200" dirty="0">
              <a:latin typeface="Bahnschrift SemiBold Condensed" panose="020B0502040204020203" pitchFamily="34" charset="0"/>
            </a:rPr>
            <a:t>Heart Rate Sensor	</a:t>
          </a:r>
          <a:r>
            <a:rPr lang="en-GB" sz="2900" kern="1200" dirty="0">
              <a:latin typeface="Bahnschrift SemiBold Condensed" panose="020B0502040204020203" pitchFamily="34" charset="0"/>
            </a:rPr>
            <a:t>                                MAX30102 </a:t>
          </a:r>
          <a:endParaRPr lang="en-US" sz="2900" kern="1200" dirty="0">
            <a:latin typeface="Bahnschrift SemiBold Condensed" panose="020B0502040204020203" pitchFamily="34" charset="0"/>
          </a:endParaRPr>
        </a:p>
      </dsp:txBody>
      <dsp:txXfrm>
        <a:off x="2162556" y="689143"/>
        <a:ext cx="7895844" cy="626493"/>
      </dsp:txXfrm>
    </dsp:sp>
    <dsp:sp modelId="{3D7669D3-79A9-4222-BAFA-ED5B18B00D29}">
      <dsp:nvSpPr>
        <dsp:cNvPr id="0" name=""/>
        <dsp:cNvSpPr/>
      </dsp:nvSpPr>
      <dsp:spPr>
        <a:xfrm>
          <a:off x="2011680" y="1315636"/>
          <a:ext cx="8046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8A5DE1-D52E-45AA-B285-AF9D3C534AA6}">
      <dsp:nvSpPr>
        <dsp:cNvPr id="0" name=""/>
        <dsp:cNvSpPr/>
      </dsp:nvSpPr>
      <dsp:spPr>
        <a:xfrm>
          <a:off x="2162556" y="1346961"/>
          <a:ext cx="7895844" cy="626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b="1" kern="1200" dirty="0">
              <a:latin typeface="Bahnschrift SemiBold Condensed" panose="020B0502040204020203" pitchFamily="34" charset="0"/>
            </a:rPr>
            <a:t>Accelerometer	</a:t>
          </a:r>
          <a:r>
            <a:rPr lang="en-GB" sz="2900" kern="1200" dirty="0">
              <a:latin typeface="Bahnschrift SemiBold Condensed" panose="020B0502040204020203" pitchFamily="34" charset="0"/>
            </a:rPr>
            <a:t>                                MPU-6050 </a:t>
          </a:r>
          <a:endParaRPr lang="en-US" sz="2900" kern="1200" dirty="0">
            <a:latin typeface="Bahnschrift SemiBold Condensed" panose="020B0502040204020203" pitchFamily="34" charset="0"/>
          </a:endParaRPr>
        </a:p>
      </dsp:txBody>
      <dsp:txXfrm>
        <a:off x="2162556" y="1346961"/>
        <a:ext cx="7895844" cy="626493"/>
      </dsp:txXfrm>
    </dsp:sp>
    <dsp:sp modelId="{0B7125C5-FE80-4DD9-A0D8-16EB689A5E4B}">
      <dsp:nvSpPr>
        <dsp:cNvPr id="0" name=""/>
        <dsp:cNvSpPr/>
      </dsp:nvSpPr>
      <dsp:spPr>
        <a:xfrm>
          <a:off x="2011680" y="1973454"/>
          <a:ext cx="8046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EA9D8E-6A67-4AA0-B1CF-F2921769DF42}">
      <dsp:nvSpPr>
        <dsp:cNvPr id="0" name=""/>
        <dsp:cNvSpPr/>
      </dsp:nvSpPr>
      <dsp:spPr>
        <a:xfrm>
          <a:off x="2162556" y="2004779"/>
          <a:ext cx="7895844" cy="626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b="1" kern="1200" dirty="0">
              <a:latin typeface="Bahnschrift SemiBold Condensed" panose="020B0502040204020203" pitchFamily="34" charset="0"/>
            </a:rPr>
            <a:t>Temperature Sensor                                  </a:t>
          </a:r>
          <a:r>
            <a:rPr lang="en-GB" sz="2900" kern="1200" dirty="0">
              <a:latin typeface="Bahnschrift SemiBold Condensed" panose="020B0502040204020203" pitchFamily="34" charset="0"/>
            </a:rPr>
            <a:t>MLX90614 </a:t>
          </a:r>
          <a:endParaRPr lang="en-US" sz="2900" kern="1200" dirty="0">
            <a:latin typeface="Bahnschrift SemiBold Condensed" panose="020B0502040204020203" pitchFamily="34" charset="0"/>
          </a:endParaRPr>
        </a:p>
      </dsp:txBody>
      <dsp:txXfrm>
        <a:off x="2162556" y="2004779"/>
        <a:ext cx="7895844" cy="626493"/>
      </dsp:txXfrm>
    </dsp:sp>
    <dsp:sp modelId="{E7E68CDC-0759-4216-A66F-E70A25DE7690}">
      <dsp:nvSpPr>
        <dsp:cNvPr id="0" name=""/>
        <dsp:cNvSpPr/>
      </dsp:nvSpPr>
      <dsp:spPr>
        <a:xfrm>
          <a:off x="2011680" y="2631273"/>
          <a:ext cx="8046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9801F33-840B-4C2E-B313-FDE39C3E921B}">
      <dsp:nvSpPr>
        <dsp:cNvPr id="0" name=""/>
        <dsp:cNvSpPr/>
      </dsp:nvSpPr>
      <dsp:spPr>
        <a:xfrm>
          <a:off x="2162556" y="2662597"/>
          <a:ext cx="7895844" cy="6264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b="1" kern="1200" dirty="0">
              <a:latin typeface="Bahnschrift SemiBold Condensed" panose="020B0502040204020203" pitchFamily="34" charset="0"/>
            </a:rPr>
            <a:t>Capacitive Contact Sensor	</a:t>
          </a:r>
          <a:r>
            <a:rPr lang="en-GB" sz="2900" kern="1200" dirty="0">
              <a:latin typeface="Bahnschrift SemiBold Condensed" panose="020B0502040204020203" pitchFamily="34" charset="0"/>
            </a:rPr>
            <a:t>               TTP223 </a:t>
          </a:r>
          <a:endParaRPr lang="en-US" sz="2900" kern="1200" dirty="0">
            <a:latin typeface="Bahnschrift SemiBold Condensed" panose="020B0502040204020203" pitchFamily="34" charset="0"/>
          </a:endParaRPr>
        </a:p>
      </dsp:txBody>
      <dsp:txXfrm>
        <a:off x="2162556" y="2662597"/>
        <a:ext cx="7895844" cy="626493"/>
      </dsp:txXfrm>
    </dsp:sp>
    <dsp:sp modelId="{E0A8E4DC-225B-4B76-8C15-91BF5A14F7D8}">
      <dsp:nvSpPr>
        <dsp:cNvPr id="0" name=""/>
        <dsp:cNvSpPr/>
      </dsp:nvSpPr>
      <dsp:spPr>
        <a:xfrm>
          <a:off x="2011680" y="3289091"/>
          <a:ext cx="8046720"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E7B415-44B4-423E-A7B3-BD485457524E}">
      <dsp:nvSpPr>
        <dsp:cNvPr id="0" name=""/>
        <dsp:cNvSpPr/>
      </dsp:nvSpPr>
      <dsp:spPr>
        <a:xfrm>
          <a:off x="2044800" y="376271"/>
          <a:ext cx="2196000" cy="2196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5B73C7-81DC-4BC2-B938-58AACCEB08F8}">
      <dsp:nvSpPr>
        <dsp:cNvPr id="0" name=""/>
        <dsp:cNvSpPr/>
      </dsp:nvSpPr>
      <dsp:spPr>
        <a:xfrm>
          <a:off x="2512800" y="844271"/>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8DA719-E986-40BD-B059-5BD6CD5702AE}">
      <dsp:nvSpPr>
        <dsp:cNvPr id="0" name=""/>
        <dsp:cNvSpPr/>
      </dsp:nvSpPr>
      <dsp:spPr>
        <a:xfrm>
          <a:off x="1342800" y="325627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defRPr cap="all"/>
          </a:pPr>
          <a:r>
            <a:rPr lang="en-GB" sz="2600" kern="1200" dirty="0">
              <a:latin typeface="Bahnschrift SemiBold Condensed" panose="020B0502040204020203" pitchFamily="34" charset="0"/>
            </a:rPr>
            <a:t>Prototype programming </a:t>
          </a:r>
          <a:endParaRPr lang="en-US" sz="2600" kern="1200" dirty="0">
            <a:latin typeface="Bahnschrift SemiBold Condensed" panose="020B0502040204020203" pitchFamily="34" charset="0"/>
          </a:endParaRPr>
        </a:p>
      </dsp:txBody>
      <dsp:txXfrm>
        <a:off x="1342800" y="3256272"/>
        <a:ext cx="3600000" cy="720000"/>
      </dsp:txXfrm>
    </dsp:sp>
    <dsp:sp modelId="{0C07688F-D1D5-4377-BC6E-88192007A9D5}">
      <dsp:nvSpPr>
        <dsp:cNvPr id="0" name=""/>
        <dsp:cNvSpPr/>
      </dsp:nvSpPr>
      <dsp:spPr>
        <a:xfrm>
          <a:off x="6274800" y="376271"/>
          <a:ext cx="2196000" cy="2196000"/>
        </a:xfrm>
        <a:prstGeom prst="ellipse">
          <a:avLst/>
        </a:prstGeom>
        <a:solidFill>
          <a:schemeClr val="accent2">
            <a:hueOff val="6443614"/>
            <a:satOff val="-18493"/>
            <a:lumOff val="-29609"/>
            <a:alphaOff val="0"/>
          </a:schemeClr>
        </a:solidFill>
        <a:ln>
          <a:noFill/>
        </a:ln>
        <a:effectLst/>
      </dsp:spPr>
      <dsp:style>
        <a:lnRef idx="0">
          <a:scrgbClr r="0" g="0" b="0"/>
        </a:lnRef>
        <a:fillRef idx="1">
          <a:scrgbClr r="0" g="0" b="0"/>
        </a:fillRef>
        <a:effectRef idx="0">
          <a:scrgbClr r="0" g="0" b="0"/>
        </a:effectRef>
        <a:fontRef idx="minor"/>
      </dsp:style>
    </dsp:sp>
    <dsp:sp modelId="{56652BF7-FC74-4D03-8B84-8DE465723FB2}">
      <dsp:nvSpPr>
        <dsp:cNvPr id="0" name=""/>
        <dsp:cNvSpPr/>
      </dsp:nvSpPr>
      <dsp:spPr>
        <a:xfrm>
          <a:off x="6742800" y="844271"/>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EAC7CA-1683-4C4B-82BD-8F870D4E022A}">
      <dsp:nvSpPr>
        <dsp:cNvPr id="0" name=""/>
        <dsp:cNvSpPr/>
      </dsp:nvSpPr>
      <dsp:spPr>
        <a:xfrm>
          <a:off x="5572800" y="325627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90000"/>
            </a:lnSpc>
            <a:spcBef>
              <a:spcPct val="0"/>
            </a:spcBef>
            <a:spcAft>
              <a:spcPct val="35000"/>
            </a:spcAft>
            <a:buNone/>
            <a:defRPr cap="all"/>
          </a:pPr>
          <a:r>
            <a:rPr lang="en-GB" sz="2600" kern="1200" dirty="0">
              <a:latin typeface="Bahnschrift SemiBold Condensed" panose="020B0502040204020203" pitchFamily="34" charset="0"/>
            </a:rPr>
            <a:t>Cryptography Architecture Research (AES-GCM)</a:t>
          </a:r>
          <a:endParaRPr lang="en-US" sz="2600" kern="1200" dirty="0">
            <a:latin typeface="Bahnschrift SemiBold Condensed" panose="020B0502040204020203" pitchFamily="34" charset="0"/>
          </a:endParaRPr>
        </a:p>
      </dsp:txBody>
      <dsp:txXfrm>
        <a:off x="5572800" y="3256272"/>
        <a:ext cx="36000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FEB1FE-CE72-4619-9F77-FB92DA8AA6FB}" type="datetimeFigureOut">
              <a:rPr lang="en-GB" smtClean="0"/>
              <a:t>17/11/2025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736C58-37B8-4D9A-9E83-B2DEAB43756C}" type="slidenum">
              <a:rPr lang="en-GB" smtClean="0"/>
              <a:t>‹#›</a:t>
            </a:fld>
            <a:endParaRPr lang="en-GB"/>
          </a:p>
        </p:txBody>
      </p:sp>
    </p:spTree>
    <p:extLst>
      <p:ext uri="{BB962C8B-B14F-4D97-AF65-F5344CB8AC3E}">
        <p14:creationId xmlns:p14="http://schemas.microsoft.com/office/powerpoint/2010/main" val="2906151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5736C58-37B8-4D9A-9E83-B2DEAB43756C}" type="slidenum">
              <a:rPr lang="en-GB" smtClean="0"/>
              <a:t>7</a:t>
            </a:fld>
            <a:endParaRPr lang="en-GB"/>
          </a:p>
        </p:txBody>
      </p:sp>
    </p:spTree>
    <p:extLst>
      <p:ext uri="{BB962C8B-B14F-4D97-AF65-F5344CB8AC3E}">
        <p14:creationId xmlns:p14="http://schemas.microsoft.com/office/powerpoint/2010/main" val="29498083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E78C8D9C-A734-4A52-BDC5-6873C04AA6F5}" type="datetimeFigureOut">
              <a:rPr lang="en-GB" smtClean="0"/>
              <a:t>17/11/2025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CDC259E-25A1-4E15-82BE-C48D79A29B34}" type="slidenum">
              <a:rPr lang="en-GB" smtClean="0"/>
              <a:t>‹#›</a:t>
            </a:fld>
            <a:endParaRPr lang="en-GB"/>
          </a:p>
        </p:txBody>
      </p:sp>
    </p:spTree>
    <p:extLst>
      <p:ext uri="{BB962C8B-B14F-4D97-AF65-F5344CB8AC3E}">
        <p14:creationId xmlns:p14="http://schemas.microsoft.com/office/powerpoint/2010/main" val="3690478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78C8D9C-A734-4A52-BDC5-6873C04AA6F5}" type="datetimeFigureOut">
              <a:rPr lang="en-GB" smtClean="0"/>
              <a:t>17/11/2025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CDC259E-25A1-4E15-82BE-C48D79A29B34}" type="slidenum">
              <a:rPr lang="en-GB" smtClean="0"/>
              <a:t>‹#›</a:t>
            </a:fld>
            <a:endParaRPr lang="en-GB"/>
          </a:p>
        </p:txBody>
      </p:sp>
    </p:spTree>
    <p:extLst>
      <p:ext uri="{BB962C8B-B14F-4D97-AF65-F5344CB8AC3E}">
        <p14:creationId xmlns:p14="http://schemas.microsoft.com/office/powerpoint/2010/main" val="1658581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78C8D9C-A734-4A52-BDC5-6873C04AA6F5}" type="datetimeFigureOut">
              <a:rPr lang="en-GB" smtClean="0"/>
              <a:t>17/11/2025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CDC259E-25A1-4E15-82BE-C48D79A29B34}" type="slidenum">
              <a:rPr lang="en-GB" smtClean="0"/>
              <a:t>‹#›</a:t>
            </a:fld>
            <a:endParaRPr lang="en-GB"/>
          </a:p>
        </p:txBody>
      </p:sp>
    </p:spTree>
    <p:extLst>
      <p:ext uri="{BB962C8B-B14F-4D97-AF65-F5344CB8AC3E}">
        <p14:creationId xmlns:p14="http://schemas.microsoft.com/office/powerpoint/2010/main" val="3562559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78C8D9C-A734-4A52-BDC5-6873C04AA6F5}" type="datetimeFigureOut">
              <a:rPr lang="en-GB" smtClean="0"/>
              <a:t>17/11/2025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CDC259E-25A1-4E15-82BE-C48D79A29B34}" type="slidenum">
              <a:rPr lang="en-GB" smtClean="0"/>
              <a:t>‹#›</a:t>
            </a:fld>
            <a:endParaRPr lang="en-GB"/>
          </a:p>
        </p:txBody>
      </p:sp>
    </p:spTree>
    <p:extLst>
      <p:ext uri="{BB962C8B-B14F-4D97-AF65-F5344CB8AC3E}">
        <p14:creationId xmlns:p14="http://schemas.microsoft.com/office/powerpoint/2010/main" val="1159011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E78C8D9C-A734-4A52-BDC5-6873C04AA6F5}" type="datetimeFigureOut">
              <a:rPr lang="en-GB" smtClean="0"/>
              <a:t>17/11/2025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CDC259E-25A1-4E15-82BE-C48D79A29B34}" type="slidenum">
              <a:rPr lang="en-GB" smtClean="0"/>
              <a:t>‹#›</a:t>
            </a:fld>
            <a:endParaRPr lang="en-GB"/>
          </a:p>
        </p:txBody>
      </p:sp>
    </p:spTree>
    <p:extLst>
      <p:ext uri="{BB962C8B-B14F-4D97-AF65-F5344CB8AC3E}">
        <p14:creationId xmlns:p14="http://schemas.microsoft.com/office/powerpoint/2010/main" val="884535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78C8D9C-A734-4A52-BDC5-6873C04AA6F5}" type="datetimeFigureOut">
              <a:rPr lang="en-GB" smtClean="0"/>
              <a:t>17/11/2025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CDC259E-25A1-4E15-82BE-C48D79A29B34}" type="slidenum">
              <a:rPr lang="en-GB" smtClean="0"/>
              <a:t>‹#›</a:t>
            </a:fld>
            <a:endParaRPr lang="en-GB"/>
          </a:p>
        </p:txBody>
      </p:sp>
    </p:spTree>
    <p:extLst>
      <p:ext uri="{BB962C8B-B14F-4D97-AF65-F5344CB8AC3E}">
        <p14:creationId xmlns:p14="http://schemas.microsoft.com/office/powerpoint/2010/main" val="2423987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8C8D9C-A734-4A52-BDC5-6873C04AA6F5}" type="datetimeFigureOut">
              <a:rPr lang="en-GB" smtClean="0"/>
              <a:t>17/11/2025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CDC259E-25A1-4E15-82BE-C48D79A29B34}" type="slidenum">
              <a:rPr lang="en-GB" smtClean="0"/>
              <a:t>‹#›</a:t>
            </a:fld>
            <a:endParaRPr lang="en-GB"/>
          </a:p>
        </p:txBody>
      </p:sp>
    </p:spTree>
    <p:extLst>
      <p:ext uri="{BB962C8B-B14F-4D97-AF65-F5344CB8AC3E}">
        <p14:creationId xmlns:p14="http://schemas.microsoft.com/office/powerpoint/2010/main" val="1590542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78C8D9C-A734-4A52-BDC5-6873C04AA6F5}" type="datetimeFigureOut">
              <a:rPr lang="en-GB" smtClean="0"/>
              <a:t>17/11/2025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CDC259E-25A1-4E15-82BE-C48D79A29B34}" type="slidenum">
              <a:rPr lang="en-GB" smtClean="0"/>
              <a:t>‹#›</a:t>
            </a:fld>
            <a:endParaRPr lang="en-GB"/>
          </a:p>
        </p:txBody>
      </p:sp>
    </p:spTree>
    <p:extLst>
      <p:ext uri="{BB962C8B-B14F-4D97-AF65-F5344CB8AC3E}">
        <p14:creationId xmlns:p14="http://schemas.microsoft.com/office/powerpoint/2010/main" val="2768106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78C8D9C-A734-4A52-BDC5-6873C04AA6F5}" type="datetimeFigureOut">
              <a:rPr lang="en-GB" smtClean="0"/>
              <a:t>17/11/2025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CDC259E-25A1-4E15-82BE-C48D79A29B34}" type="slidenum">
              <a:rPr lang="en-GB" smtClean="0"/>
              <a:t>‹#›</a:t>
            </a:fld>
            <a:endParaRPr lang="en-GB"/>
          </a:p>
        </p:txBody>
      </p:sp>
    </p:spTree>
    <p:extLst>
      <p:ext uri="{BB962C8B-B14F-4D97-AF65-F5344CB8AC3E}">
        <p14:creationId xmlns:p14="http://schemas.microsoft.com/office/powerpoint/2010/main" val="1370037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78C8D9C-A734-4A52-BDC5-6873C04AA6F5}" type="datetimeFigureOut">
              <a:rPr lang="en-GB" smtClean="0"/>
              <a:t>17/11/2025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CDC259E-25A1-4E15-82BE-C48D79A29B34}" type="slidenum">
              <a:rPr lang="en-GB" smtClean="0"/>
              <a:t>‹#›</a:t>
            </a:fld>
            <a:endParaRPr lang="en-GB"/>
          </a:p>
        </p:txBody>
      </p:sp>
    </p:spTree>
    <p:extLst>
      <p:ext uri="{BB962C8B-B14F-4D97-AF65-F5344CB8AC3E}">
        <p14:creationId xmlns:p14="http://schemas.microsoft.com/office/powerpoint/2010/main" val="3863264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78C8D9C-A734-4A52-BDC5-6873C04AA6F5}" type="datetimeFigureOut">
              <a:rPr lang="en-GB" smtClean="0"/>
              <a:t>17/11/2025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CDC259E-25A1-4E15-82BE-C48D79A29B34}" type="slidenum">
              <a:rPr lang="en-GB" smtClean="0"/>
              <a:t>‹#›</a:t>
            </a:fld>
            <a:endParaRPr lang="en-GB"/>
          </a:p>
        </p:txBody>
      </p:sp>
    </p:spTree>
    <p:extLst>
      <p:ext uri="{BB962C8B-B14F-4D97-AF65-F5344CB8AC3E}">
        <p14:creationId xmlns:p14="http://schemas.microsoft.com/office/powerpoint/2010/main" val="4053850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E78C8D9C-A734-4A52-BDC5-6873C04AA6F5}" type="datetimeFigureOut">
              <a:rPr lang="en-GB" smtClean="0"/>
              <a:t>17/11/2025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5CDC259E-25A1-4E15-82BE-C48D79A29B34}" type="slidenum">
              <a:rPr lang="en-GB" smtClean="0"/>
              <a:t>‹#›</a:t>
            </a:fld>
            <a:endParaRPr lang="en-GB"/>
          </a:p>
        </p:txBody>
      </p:sp>
    </p:spTree>
    <p:extLst>
      <p:ext uri="{BB962C8B-B14F-4D97-AF65-F5344CB8AC3E}">
        <p14:creationId xmlns:p14="http://schemas.microsoft.com/office/powerpoint/2010/main" val="86542680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E59B3-6FD3-C13E-070F-8FE48E1A7BCC}"/>
              </a:ext>
            </a:extLst>
          </p:cNvPr>
          <p:cNvSpPr>
            <a:spLocks noGrp="1"/>
          </p:cNvSpPr>
          <p:nvPr>
            <p:ph type="ctrTitle"/>
          </p:nvPr>
        </p:nvSpPr>
        <p:spPr/>
        <p:txBody>
          <a:bodyPr>
            <a:normAutofit fontScale="90000"/>
          </a:bodyPr>
          <a:lstStyle/>
          <a:p>
            <a:br>
              <a:rPr lang="en-GB" dirty="0"/>
            </a:br>
            <a:r>
              <a:rPr lang="en-GB" dirty="0">
                <a:latin typeface="Bahnschrift SemiBold Condensed" panose="020B0502040204020203" pitchFamily="34" charset="0"/>
              </a:rPr>
              <a:t>SECURE WEARABLE AUTHENTICATION SYSTEM FOR SPORTS TELEMETRY</a:t>
            </a:r>
            <a:br>
              <a:rPr lang="en-GB" dirty="0">
                <a:latin typeface="OCRB" panose="020F0502020204030204" pitchFamily="49" charset="0"/>
              </a:rPr>
            </a:br>
            <a:endParaRPr lang="en-GB" dirty="0">
              <a:latin typeface="OCRB" panose="020F0502020204030204" pitchFamily="49" charset="0"/>
            </a:endParaRPr>
          </a:p>
        </p:txBody>
      </p:sp>
      <p:sp>
        <p:nvSpPr>
          <p:cNvPr id="3" name="Subtitle 2">
            <a:extLst>
              <a:ext uri="{FF2B5EF4-FFF2-40B4-BE49-F238E27FC236}">
                <a16:creationId xmlns:a16="http://schemas.microsoft.com/office/drawing/2014/main" id="{99BDA980-04A0-1C8A-33ED-7FCC43F8CB00}"/>
              </a:ext>
            </a:extLst>
          </p:cNvPr>
          <p:cNvSpPr>
            <a:spLocks noGrp="1"/>
          </p:cNvSpPr>
          <p:nvPr>
            <p:ph type="subTitle" idx="1"/>
          </p:nvPr>
        </p:nvSpPr>
        <p:spPr>
          <a:xfrm>
            <a:off x="1524000" y="3602038"/>
            <a:ext cx="9144000" cy="523648"/>
          </a:xfrm>
        </p:spPr>
        <p:txBody>
          <a:bodyPr/>
          <a:lstStyle/>
          <a:p>
            <a:r>
              <a:rPr lang="en-GB" dirty="0">
                <a:latin typeface="Bahnschrift SemiBold Condensed" panose="020B0502040204020203" pitchFamily="34" charset="0"/>
              </a:rPr>
              <a:t>COMP3000</a:t>
            </a:r>
          </a:p>
        </p:txBody>
      </p:sp>
    </p:spTree>
    <p:extLst>
      <p:ext uri="{BB962C8B-B14F-4D97-AF65-F5344CB8AC3E}">
        <p14:creationId xmlns:p14="http://schemas.microsoft.com/office/powerpoint/2010/main" val="362586595"/>
      </p:ext>
    </p:extLst>
  </p:cSld>
  <p:clrMapOvr>
    <a:masterClrMapping/>
  </p:clrMapOvr>
  <p:transition spd="slow" advTm="2050">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9859E-896F-F70E-DF34-3106B3AC413C}"/>
              </a:ext>
            </a:extLst>
          </p:cNvPr>
          <p:cNvSpPr>
            <a:spLocks noGrp="1"/>
          </p:cNvSpPr>
          <p:nvPr>
            <p:ph type="title"/>
          </p:nvPr>
        </p:nvSpPr>
        <p:spPr>
          <a:xfrm>
            <a:off x="3466097" y="1584325"/>
            <a:ext cx="5259806" cy="3324559"/>
          </a:xfrm>
        </p:spPr>
        <p:txBody>
          <a:bodyPr>
            <a:normAutofit/>
          </a:bodyPr>
          <a:lstStyle/>
          <a:p>
            <a:r>
              <a:rPr lang="en-GB" sz="9600" dirty="0"/>
              <a:t>SPRINT 4</a:t>
            </a:r>
          </a:p>
        </p:txBody>
      </p:sp>
    </p:spTree>
    <p:extLst>
      <p:ext uri="{BB962C8B-B14F-4D97-AF65-F5344CB8AC3E}">
        <p14:creationId xmlns:p14="http://schemas.microsoft.com/office/powerpoint/2010/main" val="1077221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B9230715-5552-7208-7156-795EADD20177}"/>
              </a:ext>
            </a:extLst>
          </p:cNvPr>
          <p:cNvSpPr>
            <a:spLocks noGrp="1"/>
          </p:cNvSpPr>
          <p:nvPr>
            <p:ph type="title"/>
          </p:nvPr>
        </p:nvSpPr>
        <p:spPr>
          <a:xfrm>
            <a:off x="804672" y="457200"/>
            <a:ext cx="10579608" cy="1188720"/>
          </a:xfrm>
        </p:spPr>
        <p:txBody>
          <a:bodyPr vert="horz" lIns="91440" tIns="45720" rIns="91440" bIns="45720" rtlCol="0" anchor="ctr">
            <a:normAutofit/>
          </a:bodyPr>
          <a:lstStyle/>
          <a:p>
            <a:r>
              <a:rPr lang="en-US" sz="4000" kern="1200">
                <a:solidFill>
                  <a:schemeClr val="tx2"/>
                </a:solidFill>
                <a:latin typeface="+mj-lt"/>
                <a:ea typeface="+mj-ea"/>
                <a:cs typeface="+mj-cs"/>
              </a:rPr>
              <a:t>THINGS WORKED ON IN THE CURRENT SPRINT</a:t>
            </a:r>
          </a:p>
        </p:txBody>
      </p:sp>
      <p:grpSp>
        <p:nvGrpSpPr>
          <p:cNvPr id="26" name="Group 25">
            <a:extLst>
              <a:ext uri="{FF2B5EF4-FFF2-40B4-BE49-F238E27FC236}">
                <a16:creationId xmlns:a16="http://schemas.microsoft.com/office/drawing/2014/main" id="{B441F8D5-EBCE-4FB9-91A9-3425971C1F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262397" y="134260"/>
            <a:ext cx="3142400" cy="2716805"/>
            <a:chOff x="-305" y="-4155"/>
            <a:chExt cx="2514948" cy="2174333"/>
          </a:xfrm>
        </p:grpSpPr>
        <p:sp>
          <p:nvSpPr>
            <p:cNvPr id="27" name="Freeform: Shape 26">
              <a:extLst>
                <a:ext uri="{FF2B5EF4-FFF2-40B4-BE49-F238E27FC236}">
                  <a16:creationId xmlns:a16="http://schemas.microsoft.com/office/drawing/2014/main" id="{9A5E80E2-35F9-41F3-A2B8-A2F17D956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988BDEEE-0C30-49F3-8D05-B062EF890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F21E0C27-19E6-45DC-B154-493480207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0" name="Freeform: Shape 29">
              <a:extLst>
                <a:ext uri="{FF2B5EF4-FFF2-40B4-BE49-F238E27FC236}">
                  <a16:creationId xmlns:a16="http://schemas.microsoft.com/office/drawing/2014/main" id="{A3A55340-18E0-4A23-B406-BD1221643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2" name="Group 31">
            <a:extLst>
              <a:ext uri="{FF2B5EF4-FFF2-40B4-BE49-F238E27FC236}">
                <a16:creationId xmlns:a16="http://schemas.microsoft.com/office/drawing/2014/main" id="{08701F99-7E4C-4B92-A4B5-307CDFB7A4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5047906"/>
            <a:ext cx="2412221" cy="1810094"/>
            <a:chOff x="-305" y="-1"/>
            <a:chExt cx="3832880" cy="2876136"/>
          </a:xfrm>
        </p:grpSpPr>
        <p:sp>
          <p:nvSpPr>
            <p:cNvPr id="33" name="Freeform: Shape 32">
              <a:extLst>
                <a:ext uri="{FF2B5EF4-FFF2-40B4-BE49-F238E27FC236}">
                  <a16:creationId xmlns:a16="http://schemas.microsoft.com/office/drawing/2014/main" id="{441E616B-C319-43C1-9A9C-A2074B2E8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CC86BD2B-CA73-48DF-9CC8-0152EA6B1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59C1AA9D-3FCF-4B84-94D1-51F0E1517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1D7CE92F-1DE7-4252-A62C-77ACF8C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8" name="TextBox 2">
            <a:extLst>
              <a:ext uri="{FF2B5EF4-FFF2-40B4-BE49-F238E27FC236}">
                <a16:creationId xmlns:a16="http://schemas.microsoft.com/office/drawing/2014/main" id="{B7F20946-56B7-E9C7-C7C1-797AB734F2DC}"/>
              </a:ext>
            </a:extLst>
          </p:cNvPr>
          <p:cNvGraphicFramePr/>
          <p:nvPr>
            <p:extLst>
              <p:ext uri="{D42A27DB-BD31-4B8C-83A1-F6EECF244321}">
                <p14:modId xmlns:p14="http://schemas.microsoft.com/office/powerpoint/2010/main" val="1785847667"/>
              </p:ext>
            </p:extLst>
          </p:nvPr>
        </p:nvGraphicFramePr>
        <p:xfrm>
          <a:off x="1036320" y="2543633"/>
          <a:ext cx="10119360" cy="3566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4924628"/>
      </p:ext>
    </p:extLst>
  </p:cSld>
  <p:clrMapOvr>
    <a:masterClrMapping/>
  </p:clrMapOvr>
  <p:transition spd="slow" advTm="5873">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1DFCA-16AF-FF36-1286-577E908D47CF}"/>
              </a:ext>
            </a:extLst>
          </p:cNvPr>
          <p:cNvSpPr>
            <a:spLocks noGrp="1"/>
          </p:cNvSpPr>
          <p:nvPr>
            <p:ph type="title"/>
          </p:nvPr>
        </p:nvSpPr>
        <p:spPr/>
        <p:txBody>
          <a:bodyPr/>
          <a:lstStyle/>
          <a:p>
            <a:r>
              <a:rPr lang="en-GB" dirty="0">
                <a:latin typeface="Bahnschrift SemiBold Condensed" panose="020B0502040204020203" pitchFamily="34" charset="0"/>
              </a:rPr>
              <a:t>PROJECT INITIATION</a:t>
            </a:r>
          </a:p>
        </p:txBody>
      </p:sp>
      <p:graphicFrame>
        <p:nvGraphicFramePr>
          <p:cNvPr id="5" name="TextBox 2">
            <a:extLst>
              <a:ext uri="{FF2B5EF4-FFF2-40B4-BE49-F238E27FC236}">
                <a16:creationId xmlns:a16="http://schemas.microsoft.com/office/drawing/2014/main" id="{481F30C7-7AF1-5AA6-B9B0-07E43953AC96}"/>
              </a:ext>
            </a:extLst>
          </p:cNvPr>
          <p:cNvGraphicFramePr/>
          <p:nvPr>
            <p:extLst>
              <p:ext uri="{D42A27DB-BD31-4B8C-83A1-F6EECF244321}">
                <p14:modId xmlns:p14="http://schemas.microsoft.com/office/powerpoint/2010/main" val="2966882391"/>
              </p:ext>
            </p:extLst>
          </p:nvPr>
        </p:nvGraphicFramePr>
        <p:xfrm>
          <a:off x="170481" y="1301858"/>
          <a:ext cx="11915023" cy="4728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3809662"/>
      </p:ext>
    </p:extLst>
  </p:cSld>
  <p:clrMapOvr>
    <a:masterClrMapping/>
  </p:clrMapOvr>
  <p:transition spd="slow" advTm="25985">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1" name="Group 10">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2" name="Freeform: Shape 11">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015F7510-3430-91BC-13CA-3227DF30DB34}"/>
              </a:ext>
            </a:extLst>
          </p:cNvPr>
          <p:cNvSpPr txBox="1"/>
          <p:nvPr/>
        </p:nvSpPr>
        <p:spPr>
          <a:xfrm>
            <a:off x="506776" y="550843"/>
            <a:ext cx="10505998" cy="5810200"/>
          </a:xfrm>
          <a:prstGeom prst="rect">
            <a:avLst/>
          </a:prstGeom>
        </p:spPr>
        <p:txBody>
          <a:bodyPr vert="horz" lIns="91440" tIns="45720" rIns="91440" bIns="45720" rtlCol="0">
            <a:normAutofit fontScale="92500" lnSpcReduction="10000"/>
          </a:bodyPr>
          <a:lstStyle/>
          <a:p>
            <a:pPr indent="-228600" defTabSz="914400">
              <a:lnSpc>
                <a:spcPct val="90000"/>
              </a:lnSpc>
              <a:spcAft>
                <a:spcPts val="600"/>
              </a:spcAft>
              <a:buFont typeface="Arial" panose="020B0604020202020204" pitchFamily="34" charset="0"/>
              <a:buChar char="•"/>
            </a:pPr>
            <a:endParaRPr lang="en-US" sz="1100" dirty="0">
              <a:solidFill>
                <a:schemeClr val="tx2"/>
              </a:solidFill>
            </a:endParaRPr>
          </a:p>
          <a:p>
            <a:pPr defTabSz="914400">
              <a:lnSpc>
                <a:spcPct val="90000"/>
              </a:lnSpc>
              <a:spcAft>
                <a:spcPts val="600"/>
              </a:spcAft>
            </a:pPr>
            <a:r>
              <a:rPr lang="en-US" sz="2300" dirty="0">
                <a:solidFill>
                  <a:schemeClr val="tx2"/>
                </a:solidFill>
                <a:latin typeface="Bahnschrift SemiBold Condensed" panose="020B0502040204020203" pitchFamily="34" charset="0"/>
              </a:rPr>
              <a:t>Project vision main points continued </a:t>
            </a:r>
          </a:p>
          <a:p>
            <a:pPr indent="-228600" defTabSz="914400">
              <a:lnSpc>
                <a:spcPct val="90000"/>
              </a:lnSpc>
              <a:spcAft>
                <a:spcPts val="600"/>
              </a:spcAft>
              <a:buFont typeface="Arial" panose="020B0604020202020204" pitchFamily="34" charset="0"/>
              <a:buChar char="•"/>
            </a:pPr>
            <a:endParaRPr lang="en-US" sz="2300" dirty="0">
              <a:solidFill>
                <a:schemeClr val="tx2"/>
              </a:solidFill>
              <a:latin typeface="Bahnschrift SemiBold Condensed" panose="020B0502040204020203" pitchFamily="34" charset="0"/>
            </a:endParaRPr>
          </a:p>
          <a:p>
            <a:pPr defTabSz="914400">
              <a:lnSpc>
                <a:spcPct val="90000"/>
              </a:lnSpc>
              <a:spcAft>
                <a:spcPts val="600"/>
              </a:spcAft>
            </a:pPr>
            <a:endParaRPr lang="en-US" sz="2300" dirty="0">
              <a:solidFill>
                <a:schemeClr val="tx2"/>
              </a:solidFill>
              <a:latin typeface="Bahnschrift SemiBold Condensed" panose="020B0502040204020203" pitchFamily="34" charset="0"/>
            </a:endParaRPr>
          </a:p>
          <a:p>
            <a:pPr defTabSz="914400">
              <a:lnSpc>
                <a:spcPct val="90000"/>
              </a:lnSpc>
              <a:spcAft>
                <a:spcPts val="600"/>
              </a:spcAft>
            </a:pPr>
            <a:r>
              <a:rPr lang="en-US" sz="2300" dirty="0">
                <a:solidFill>
                  <a:schemeClr val="tx2"/>
                </a:solidFill>
                <a:latin typeface="Bahnschrift SemiBold Condensed" panose="020B0502040204020203" pitchFamily="34" charset="0"/>
              </a:rPr>
              <a:t>The system will work by:</a:t>
            </a:r>
          </a:p>
          <a:p>
            <a:pPr indent="-228600" defTabSz="914400">
              <a:lnSpc>
                <a:spcPct val="90000"/>
              </a:lnSpc>
              <a:spcAft>
                <a:spcPts val="600"/>
              </a:spcAft>
              <a:buFont typeface="Arial" panose="020B0604020202020204" pitchFamily="34" charset="0"/>
              <a:buChar char="•"/>
            </a:pPr>
            <a:endParaRPr lang="en-US" sz="2300" dirty="0">
              <a:solidFill>
                <a:schemeClr val="tx2"/>
              </a:solidFill>
              <a:latin typeface="Bahnschrift SemiBold Condensed" panose="020B0502040204020203" pitchFamily="34" charset="0"/>
            </a:endParaRPr>
          </a:p>
          <a:p>
            <a:pPr marL="400050" lvl="0" indent="-342900" defTabSz="914400">
              <a:lnSpc>
                <a:spcPct val="90000"/>
              </a:lnSpc>
              <a:spcAft>
                <a:spcPts val="600"/>
              </a:spcAft>
              <a:buFont typeface="Wingdings" panose="05000000000000000000" pitchFamily="2" charset="2"/>
              <a:buChar char="§"/>
            </a:pPr>
            <a:r>
              <a:rPr lang="en-US" sz="2300" dirty="0">
                <a:solidFill>
                  <a:schemeClr val="tx2"/>
                </a:solidFill>
                <a:latin typeface="Bahnschrift SemiBold Condensed" panose="020B0502040204020203" pitchFamily="34" charset="0"/>
              </a:rPr>
              <a:t>Ensuring that the legitimate user is wearing the device by authenticating them using physiological and motion-based signals. </a:t>
            </a:r>
          </a:p>
          <a:p>
            <a:pPr marL="57150" lvl="0" defTabSz="914400">
              <a:lnSpc>
                <a:spcPct val="90000"/>
              </a:lnSpc>
              <a:spcAft>
                <a:spcPts val="600"/>
              </a:spcAft>
            </a:pPr>
            <a:endParaRPr lang="en-US" sz="2300" dirty="0">
              <a:solidFill>
                <a:schemeClr val="tx2"/>
              </a:solidFill>
              <a:latin typeface="Bahnschrift SemiBold Condensed" panose="020B0502040204020203" pitchFamily="34" charset="0"/>
            </a:endParaRPr>
          </a:p>
          <a:p>
            <a:pPr marL="400050" lvl="0" indent="-342900" defTabSz="914400">
              <a:lnSpc>
                <a:spcPct val="90000"/>
              </a:lnSpc>
              <a:spcAft>
                <a:spcPts val="600"/>
              </a:spcAft>
              <a:buFont typeface="Wingdings" panose="05000000000000000000" pitchFamily="2" charset="2"/>
              <a:buChar char="§"/>
            </a:pPr>
            <a:r>
              <a:rPr lang="en-US" sz="2300" dirty="0">
                <a:solidFill>
                  <a:schemeClr val="tx2"/>
                </a:solidFill>
                <a:latin typeface="Bahnschrift SemiBold Condensed" panose="020B0502040204020203" pitchFamily="34" charset="0"/>
              </a:rPr>
              <a:t>Encrypting telemetry data using AES-GCM symmetric encryption.</a:t>
            </a:r>
          </a:p>
          <a:p>
            <a:pPr marL="400050" lvl="0" indent="-342900" defTabSz="914400">
              <a:lnSpc>
                <a:spcPct val="90000"/>
              </a:lnSpc>
              <a:spcAft>
                <a:spcPts val="600"/>
              </a:spcAft>
              <a:buFont typeface="Wingdings" panose="05000000000000000000" pitchFamily="2" charset="2"/>
              <a:buChar char="§"/>
            </a:pPr>
            <a:endParaRPr lang="en-US" sz="2300" dirty="0">
              <a:solidFill>
                <a:schemeClr val="tx2"/>
              </a:solidFill>
              <a:latin typeface="Bahnschrift SemiBold Condensed" panose="020B0502040204020203" pitchFamily="34" charset="0"/>
            </a:endParaRPr>
          </a:p>
          <a:p>
            <a:pPr marL="400050" lvl="0" indent="-342900" defTabSz="914400">
              <a:lnSpc>
                <a:spcPct val="90000"/>
              </a:lnSpc>
              <a:spcAft>
                <a:spcPts val="600"/>
              </a:spcAft>
              <a:buFont typeface="Wingdings" panose="05000000000000000000" pitchFamily="2" charset="2"/>
              <a:buChar char="§"/>
            </a:pPr>
            <a:r>
              <a:rPr lang="en-US" sz="2300" dirty="0">
                <a:solidFill>
                  <a:schemeClr val="tx2"/>
                </a:solidFill>
                <a:latin typeface="Bahnschrift SemiBold Condensed" panose="020B0502040204020203" pitchFamily="34" charset="0"/>
              </a:rPr>
              <a:t>Using RSA digital signatures to verify device authenticity.</a:t>
            </a:r>
          </a:p>
          <a:p>
            <a:pPr marL="57150" lvl="0" defTabSz="914400">
              <a:lnSpc>
                <a:spcPct val="90000"/>
              </a:lnSpc>
              <a:spcAft>
                <a:spcPts val="600"/>
              </a:spcAft>
            </a:pPr>
            <a:endParaRPr lang="en-US" sz="2300" dirty="0">
              <a:solidFill>
                <a:schemeClr val="tx2"/>
              </a:solidFill>
              <a:latin typeface="Bahnschrift SemiBold Condensed" panose="020B0502040204020203" pitchFamily="34" charset="0"/>
            </a:endParaRPr>
          </a:p>
          <a:p>
            <a:pPr marL="400050" lvl="0" indent="-342900" defTabSz="914400">
              <a:lnSpc>
                <a:spcPct val="90000"/>
              </a:lnSpc>
              <a:spcAft>
                <a:spcPts val="600"/>
              </a:spcAft>
              <a:buFont typeface="Wingdings" panose="05000000000000000000" pitchFamily="2" charset="2"/>
              <a:buChar char="§"/>
            </a:pPr>
            <a:r>
              <a:rPr lang="en-US" sz="2300" dirty="0">
                <a:solidFill>
                  <a:schemeClr val="tx2"/>
                </a:solidFill>
                <a:latin typeface="Bahnschrift SemiBold Condensed" panose="020B0502040204020203" pitchFamily="34" charset="0"/>
              </a:rPr>
              <a:t>Automatically locking/stopping transmission if it is removed from the user's wrist.</a:t>
            </a:r>
          </a:p>
          <a:p>
            <a:pPr marL="57150" lvl="0" defTabSz="914400">
              <a:lnSpc>
                <a:spcPct val="90000"/>
              </a:lnSpc>
              <a:spcAft>
                <a:spcPts val="600"/>
              </a:spcAft>
            </a:pPr>
            <a:endParaRPr lang="en-US" sz="2300" dirty="0">
              <a:solidFill>
                <a:schemeClr val="tx2"/>
              </a:solidFill>
              <a:latin typeface="Bahnschrift SemiBold Condensed" panose="020B0502040204020203" pitchFamily="34" charset="0"/>
            </a:endParaRPr>
          </a:p>
          <a:p>
            <a:pPr marL="400050" lvl="0" indent="-342900" defTabSz="914400">
              <a:lnSpc>
                <a:spcPct val="90000"/>
              </a:lnSpc>
              <a:spcAft>
                <a:spcPts val="600"/>
              </a:spcAft>
              <a:buFont typeface="Wingdings" panose="05000000000000000000" pitchFamily="2" charset="2"/>
              <a:buChar char="§"/>
            </a:pPr>
            <a:r>
              <a:rPr lang="en-US" sz="2300" dirty="0">
                <a:solidFill>
                  <a:schemeClr val="tx2"/>
                </a:solidFill>
                <a:latin typeface="Bahnschrift SemiBold Condensed" panose="020B0502040204020203" pitchFamily="34" charset="0"/>
              </a:rPr>
              <a:t>Adapting to short-term physiological changes such as illness or stress by using multiple sensors, adaptive thresholds and fallback mechanisms. This ensures the system doesn’t falsely reject the user when their biometric readings will naturally vary.</a:t>
            </a:r>
          </a:p>
        </p:txBody>
      </p:sp>
      <p:grpSp>
        <p:nvGrpSpPr>
          <p:cNvPr id="17" name="Group 16">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8" name="Freeform: Shape 17">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87731275"/>
      </p:ext>
    </p:extLst>
  </p:cSld>
  <p:clrMapOvr>
    <a:masterClrMapping/>
  </p:clrMapOvr>
  <p:transition spd="slow" advTm="20269">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DBF50F6-DD88-4D9F-B7D3-79B9899809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6BBDC2-6929-469E-B7C4-A03E77BF94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76B758F-A812-890C-C62E-1C899EA50BE7}"/>
              </a:ext>
            </a:extLst>
          </p:cNvPr>
          <p:cNvSpPr txBox="1"/>
          <p:nvPr/>
        </p:nvSpPr>
        <p:spPr>
          <a:xfrm>
            <a:off x="804672" y="5434228"/>
            <a:ext cx="10640754" cy="775845"/>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4000" kern="1200">
                <a:solidFill>
                  <a:schemeClr val="tx2"/>
                </a:solidFill>
                <a:latin typeface="+mj-lt"/>
                <a:ea typeface="+mj-ea"/>
                <a:cs typeface="+mj-cs"/>
              </a:rPr>
              <a:t>GANTT CHART</a:t>
            </a:r>
          </a:p>
        </p:txBody>
      </p:sp>
      <p:grpSp>
        <p:nvGrpSpPr>
          <p:cNvPr id="14" name="Group 13">
            <a:extLst>
              <a:ext uri="{FF2B5EF4-FFF2-40B4-BE49-F238E27FC236}">
                <a16:creationId xmlns:a16="http://schemas.microsoft.com/office/drawing/2014/main" id="{C344E6B5-C9F5-4338-9E33-003B123731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176402" y="170309"/>
            <a:ext cx="2514948" cy="2174333"/>
            <a:chOff x="-305" y="-4155"/>
            <a:chExt cx="2514948" cy="2174333"/>
          </a:xfrm>
        </p:grpSpPr>
        <p:sp>
          <p:nvSpPr>
            <p:cNvPr id="15" name="Freeform: Shape 14">
              <a:extLst>
                <a:ext uri="{FF2B5EF4-FFF2-40B4-BE49-F238E27FC236}">
                  <a16:creationId xmlns:a16="http://schemas.microsoft.com/office/drawing/2014/main" id="{C90B0F8D-9E81-4DE8-95D5-1A26E9390D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30BA43A-83E9-4C67-92A6-F247FB3700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2F3A0CC-EBFE-405D-B0C0-27DE361ED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8" name="Freeform: Shape 17">
              <a:extLst>
                <a:ext uri="{FF2B5EF4-FFF2-40B4-BE49-F238E27FC236}">
                  <a16:creationId xmlns:a16="http://schemas.microsoft.com/office/drawing/2014/main" id="{DF2E853E-B55A-4FFD-B90E-6FB4F31BD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Picture 3" descr="A white sheet with a purple line&#10;&#10;AI-generated content may be incorrect.">
            <a:extLst>
              <a:ext uri="{FF2B5EF4-FFF2-40B4-BE49-F238E27FC236}">
                <a16:creationId xmlns:a16="http://schemas.microsoft.com/office/drawing/2014/main" id="{91613FC4-8257-1558-4C8D-85294B5EBB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8048" y="575311"/>
            <a:ext cx="10555905" cy="3325111"/>
          </a:xfrm>
          <a:prstGeom prst="rect">
            <a:avLst/>
          </a:prstGeom>
        </p:spPr>
      </p:pic>
      <p:grpSp>
        <p:nvGrpSpPr>
          <p:cNvPr id="20" name="Group 19">
            <a:extLst>
              <a:ext uri="{FF2B5EF4-FFF2-40B4-BE49-F238E27FC236}">
                <a16:creationId xmlns:a16="http://schemas.microsoft.com/office/drawing/2014/main" id="{FDFEDBF7-8E2C-46B8-9095-AE1D77E217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130554" y="4560733"/>
            <a:ext cx="3061445" cy="2297266"/>
            <a:chOff x="-305" y="-1"/>
            <a:chExt cx="3832880" cy="2876136"/>
          </a:xfrm>
        </p:grpSpPr>
        <p:sp>
          <p:nvSpPr>
            <p:cNvPr id="21" name="Freeform: Shape 20">
              <a:extLst>
                <a:ext uri="{FF2B5EF4-FFF2-40B4-BE49-F238E27FC236}">
                  <a16:creationId xmlns:a16="http://schemas.microsoft.com/office/drawing/2014/main" id="{60202872-FBB0-4F11-BC49-9FB400B212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DEB2F40-D411-4D44-9638-AE0342C7F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507F7D91-A991-4196-AF73-327E04B562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178739A9-E67C-40E5-9468-0A68AEC54E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87549132"/>
      </p:ext>
    </p:extLst>
  </p:cSld>
  <p:clrMapOvr>
    <a:masterClrMapping/>
  </p:clrMapOvr>
  <p:transition spd="slow" advTm="13296">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01C86-1CAD-2615-5FFA-A3162DEFC1F0}"/>
              </a:ext>
            </a:extLst>
          </p:cNvPr>
          <p:cNvSpPr>
            <a:spLocks noGrp="1"/>
          </p:cNvSpPr>
          <p:nvPr>
            <p:ph type="title"/>
          </p:nvPr>
        </p:nvSpPr>
        <p:spPr>
          <a:xfrm>
            <a:off x="838200" y="657225"/>
            <a:ext cx="10515600" cy="1325563"/>
          </a:xfrm>
        </p:spPr>
        <p:txBody>
          <a:bodyPr>
            <a:normAutofit/>
          </a:bodyPr>
          <a:lstStyle/>
          <a:p>
            <a:r>
              <a:rPr lang="en-GB" dirty="0">
                <a:latin typeface="Bahnschrift SemiBold Condensed" panose="020B0502040204020203" pitchFamily="34" charset="0"/>
              </a:rPr>
              <a:t>PROTOTYPE</a:t>
            </a:r>
          </a:p>
        </p:txBody>
      </p:sp>
      <p:graphicFrame>
        <p:nvGraphicFramePr>
          <p:cNvPr id="6" name="TextBox 3">
            <a:extLst>
              <a:ext uri="{FF2B5EF4-FFF2-40B4-BE49-F238E27FC236}">
                <a16:creationId xmlns:a16="http://schemas.microsoft.com/office/drawing/2014/main" id="{583B47FB-99E6-B6B4-2155-CB4978BF1942}"/>
              </a:ext>
            </a:extLst>
          </p:cNvPr>
          <p:cNvGraphicFramePr/>
          <p:nvPr>
            <p:extLst>
              <p:ext uri="{D42A27DB-BD31-4B8C-83A1-F6EECF244321}">
                <p14:modId xmlns:p14="http://schemas.microsoft.com/office/powerpoint/2010/main" val="2989270376"/>
              </p:ext>
            </p:extLst>
          </p:nvPr>
        </p:nvGraphicFramePr>
        <p:xfrm>
          <a:off x="720090" y="2171700"/>
          <a:ext cx="10058400" cy="33239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95290259"/>
      </p:ext>
    </p:extLst>
  </p:cSld>
  <p:clrMapOvr>
    <a:masterClrMapping/>
  </p:clrMapOvr>
  <p:transition spd="slow" advTm="18501">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F7E13D-5A7A-A57E-074A-B9F2926F1F59}"/>
              </a:ext>
            </a:extLst>
          </p:cNvPr>
          <p:cNvSpPr>
            <a:spLocks noGrp="1"/>
          </p:cNvSpPr>
          <p:nvPr>
            <p:ph type="title"/>
          </p:nvPr>
        </p:nvSpPr>
        <p:spPr>
          <a:xfrm>
            <a:off x="838200" y="557188"/>
            <a:ext cx="10515600" cy="1133499"/>
          </a:xfrm>
        </p:spPr>
        <p:txBody>
          <a:bodyPr vert="horz" lIns="91440" tIns="45720" rIns="91440" bIns="45720" rtlCol="0" anchor="ctr">
            <a:normAutofit/>
          </a:bodyPr>
          <a:lstStyle/>
          <a:p>
            <a:pPr algn="ctr"/>
            <a:r>
              <a:rPr lang="en-US" sz="5200" kern="1200" dirty="0">
                <a:solidFill>
                  <a:schemeClr val="tx1"/>
                </a:solidFill>
                <a:latin typeface="Bahnschrift SemiBold Condensed" panose="020B0502040204020203" pitchFamily="34" charset="0"/>
              </a:rPr>
              <a:t>WHAT I AM CURRENTLY WORKING ON</a:t>
            </a:r>
          </a:p>
        </p:txBody>
      </p:sp>
      <p:graphicFrame>
        <p:nvGraphicFramePr>
          <p:cNvPr id="5" name="TextBox 2">
            <a:extLst>
              <a:ext uri="{FF2B5EF4-FFF2-40B4-BE49-F238E27FC236}">
                <a16:creationId xmlns:a16="http://schemas.microsoft.com/office/drawing/2014/main" id="{F589B4A1-8E73-D25F-99D6-7E529EA4B16D}"/>
              </a:ext>
            </a:extLst>
          </p:cNvPr>
          <p:cNvGraphicFramePr/>
          <p:nvPr>
            <p:extLst>
              <p:ext uri="{D42A27DB-BD31-4B8C-83A1-F6EECF244321}">
                <p14:modId xmlns:p14="http://schemas.microsoft.com/office/powerpoint/2010/main" val="510815938"/>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239704"/>
      </p:ext>
    </p:extLst>
  </p:cSld>
  <p:clrMapOvr>
    <a:masterClrMapping/>
  </p:clrMapOvr>
  <p:transition spd="slow" advTm="12599">
    <p:push dir="u"/>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7857</TotalTime>
  <Words>271</Words>
  <Application>Microsoft Office PowerPoint</Application>
  <PresentationFormat>Widescreen</PresentationFormat>
  <Paragraphs>38</Paragraphs>
  <Slides>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Aptos Display</vt:lpstr>
      <vt:lpstr>Arial</vt:lpstr>
      <vt:lpstr>Bahnschrift SemiBold Condensed</vt:lpstr>
      <vt:lpstr>OCRB</vt:lpstr>
      <vt:lpstr>Wingdings</vt:lpstr>
      <vt:lpstr>Office Theme</vt:lpstr>
      <vt:lpstr> SECURE WEARABLE AUTHENTICATION SYSTEM FOR SPORTS TELEMETRY </vt:lpstr>
      <vt:lpstr>SPRINT 4</vt:lpstr>
      <vt:lpstr>THINGS WORKED ON IN THE CURRENT SPRINT</vt:lpstr>
      <vt:lpstr>PROJECT INITIATION</vt:lpstr>
      <vt:lpstr>PowerPoint Presentation</vt:lpstr>
      <vt:lpstr>PowerPoint Presentation</vt:lpstr>
      <vt:lpstr>PROTOTYPE</vt:lpstr>
      <vt:lpstr>WHAT I AM CURRENTLY WORKING 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 Tanaya Lai</dc:creator>
  <cp:lastModifiedBy>(s) Tanaya Lai</cp:lastModifiedBy>
  <cp:revision>1</cp:revision>
  <dcterms:created xsi:type="dcterms:W3CDTF">2025-11-03T18:01:40Z</dcterms:created>
  <dcterms:modified xsi:type="dcterms:W3CDTF">2025-11-19T21:41:15Z</dcterms:modified>
</cp:coreProperties>
</file>